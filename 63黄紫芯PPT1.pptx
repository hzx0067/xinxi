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75" r:id="rId8"/>
    <p:sldId id="265" r:id="rId9"/>
    <p:sldId id="266" r:id="rId10"/>
    <p:sldId id="267" r:id="rId11"/>
    <p:sldId id="268" r:id="rId12"/>
    <p:sldId id="276" r:id="rId13"/>
    <p:sldId id="277" r:id="rId14"/>
    <p:sldId id="271" r:id="rId15"/>
    <p:sldId id="272" r:id="rId16"/>
    <p:sldId id="278" r:id="rId17"/>
    <p:sldId id="274" r:id="rId1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哒哒 熊猫" initials="哒哒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commentAuthors" Target="commentAuthors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1" Type="http://schemas.openxmlformats.org/officeDocument/2006/relationships/tags" Target="../tags/tag37.xml"/><Relationship Id="rId20" Type="http://schemas.openxmlformats.org/officeDocument/2006/relationships/tags" Target="../tags/tag36.xml"/><Relationship Id="rId2" Type="http://schemas.openxmlformats.org/officeDocument/2006/relationships/tags" Target="../tags/tag18.xml"/><Relationship Id="rId19" Type="http://schemas.openxmlformats.org/officeDocument/2006/relationships/tags" Target="../tags/tag35.xml"/><Relationship Id="rId18" Type="http://schemas.openxmlformats.org/officeDocument/2006/relationships/tags" Target="../tags/tag34.xml"/><Relationship Id="rId17" Type="http://schemas.openxmlformats.org/officeDocument/2006/relationships/tags" Target="../tags/tag33.xml"/><Relationship Id="rId16" Type="http://schemas.openxmlformats.org/officeDocument/2006/relationships/tags" Target="../tags/tag32.xml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tags" Target="../tags/tag51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tags" Target="../tags/tag64.xml"/><Relationship Id="rId14" Type="http://schemas.openxmlformats.org/officeDocument/2006/relationships/tags" Target="../tags/tag63.xml"/><Relationship Id="rId13" Type="http://schemas.openxmlformats.org/officeDocument/2006/relationships/tags" Target="../tags/tag62.xml"/><Relationship Id="rId12" Type="http://schemas.openxmlformats.org/officeDocument/2006/relationships/tags" Target="../tags/tag61.xml"/><Relationship Id="rId11" Type="http://schemas.openxmlformats.org/officeDocument/2006/relationships/tags" Target="../tags/tag60.xml"/><Relationship Id="rId10" Type="http://schemas.openxmlformats.org/officeDocument/2006/relationships/tags" Target="../tags/tag5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7" Type="http://schemas.openxmlformats.org/officeDocument/2006/relationships/tags" Target="../tags/tag86.xml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4.xml"/><Relationship Id="rId8" Type="http://schemas.openxmlformats.org/officeDocument/2006/relationships/tags" Target="../tags/tag93.xml"/><Relationship Id="rId7" Type="http://schemas.openxmlformats.org/officeDocument/2006/relationships/tags" Target="../tags/tag92.xml"/><Relationship Id="rId6" Type="http://schemas.openxmlformats.org/officeDocument/2006/relationships/tags" Target="../tags/tag91.xml"/><Relationship Id="rId5" Type="http://schemas.openxmlformats.org/officeDocument/2006/relationships/tags" Target="../tags/tag90.xml"/><Relationship Id="rId4" Type="http://schemas.openxmlformats.org/officeDocument/2006/relationships/tags" Target="../tags/tag89.xml"/><Relationship Id="rId3" Type="http://schemas.openxmlformats.org/officeDocument/2006/relationships/tags" Target="../tags/tag88.xml"/><Relationship Id="rId25" Type="http://schemas.openxmlformats.org/officeDocument/2006/relationships/tags" Target="../tags/tag110.xml"/><Relationship Id="rId24" Type="http://schemas.openxmlformats.org/officeDocument/2006/relationships/tags" Target="../tags/tag109.xml"/><Relationship Id="rId23" Type="http://schemas.openxmlformats.org/officeDocument/2006/relationships/tags" Target="../tags/tag108.xml"/><Relationship Id="rId22" Type="http://schemas.openxmlformats.org/officeDocument/2006/relationships/tags" Target="../tags/tag107.xml"/><Relationship Id="rId21" Type="http://schemas.openxmlformats.org/officeDocument/2006/relationships/tags" Target="../tags/tag106.xml"/><Relationship Id="rId20" Type="http://schemas.openxmlformats.org/officeDocument/2006/relationships/tags" Target="../tags/tag105.xml"/><Relationship Id="rId2" Type="http://schemas.openxmlformats.org/officeDocument/2006/relationships/tags" Target="../tags/tag87.xml"/><Relationship Id="rId19" Type="http://schemas.openxmlformats.org/officeDocument/2006/relationships/tags" Target="../tags/tag104.xml"/><Relationship Id="rId18" Type="http://schemas.openxmlformats.org/officeDocument/2006/relationships/tags" Target="../tags/tag103.xml"/><Relationship Id="rId17" Type="http://schemas.openxmlformats.org/officeDocument/2006/relationships/tags" Target="../tags/tag102.xml"/><Relationship Id="rId16" Type="http://schemas.openxmlformats.org/officeDocument/2006/relationships/tags" Target="../tags/tag101.xml"/><Relationship Id="rId15" Type="http://schemas.openxmlformats.org/officeDocument/2006/relationships/tags" Target="../tags/tag100.xml"/><Relationship Id="rId14" Type="http://schemas.openxmlformats.org/officeDocument/2006/relationships/tags" Target="../tags/tag99.xml"/><Relationship Id="rId13" Type="http://schemas.openxmlformats.org/officeDocument/2006/relationships/tags" Target="../tags/tag98.xml"/><Relationship Id="rId12" Type="http://schemas.openxmlformats.org/officeDocument/2006/relationships/tags" Target="../tags/tag97.xml"/><Relationship Id="rId11" Type="http://schemas.openxmlformats.org/officeDocument/2006/relationships/tags" Target="../tags/tag96.xml"/><Relationship Id="rId10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8" Type="http://schemas.openxmlformats.org/officeDocument/2006/relationships/tags" Target="../tags/tag153.xml"/><Relationship Id="rId17" Type="http://schemas.openxmlformats.org/officeDocument/2006/relationships/tags" Target="../tags/tag152.xml"/><Relationship Id="rId16" Type="http://schemas.openxmlformats.org/officeDocument/2006/relationships/tags" Target="../tags/tag151.xml"/><Relationship Id="rId15" Type="http://schemas.openxmlformats.org/officeDocument/2006/relationships/tags" Target="../tags/tag150.xml"/><Relationship Id="rId14" Type="http://schemas.openxmlformats.org/officeDocument/2006/relationships/tags" Target="../tags/tag149.xml"/><Relationship Id="rId13" Type="http://schemas.openxmlformats.org/officeDocument/2006/relationships/tags" Target="../tags/tag148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image" Target="../media/image1.png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78.xml"/><Relationship Id="rId8" Type="http://schemas.openxmlformats.org/officeDocument/2006/relationships/tags" Target="../tags/tag177.xml"/><Relationship Id="rId7" Type="http://schemas.openxmlformats.org/officeDocument/2006/relationships/tags" Target="../tags/tag176.xml"/><Relationship Id="rId6" Type="http://schemas.openxmlformats.org/officeDocument/2006/relationships/tags" Target="../tags/tag175.xml"/><Relationship Id="rId5" Type="http://schemas.openxmlformats.org/officeDocument/2006/relationships/tags" Target="../tags/tag174.xml"/><Relationship Id="rId4" Type="http://schemas.openxmlformats.org/officeDocument/2006/relationships/tags" Target="../tags/tag173.xml"/><Relationship Id="rId3" Type="http://schemas.openxmlformats.org/officeDocument/2006/relationships/tags" Target="../tags/tag172.xml"/><Relationship Id="rId2" Type="http://schemas.openxmlformats.org/officeDocument/2006/relationships/tags" Target="../tags/tag171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200.xml"/><Relationship Id="rId8" Type="http://schemas.openxmlformats.org/officeDocument/2006/relationships/tags" Target="../tags/tag199.xml"/><Relationship Id="rId7" Type="http://schemas.openxmlformats.org/officeDocument/2006/relationships/tags" Target="../tags/tag198.xml"/><Relationship Id="rId6" Type="http://schemas.openxmlformats.org/officeDocument/2006/relationships/image" Target="../media/image3.png"/><Relationship Id="rId5" Type="http://schemas.openxmlformats.org/officeDocument/2006/relationships/tags" Target="../tags/tag197.xml"/><Relationship Id="rId4" Type="http://schemas.openxmlformats.org/officeDocument/2006/relationships/image" Target="../media/image2.png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image" Target="../media/image3.png"/><Relationship Id="rId4" Type="http://schemas.openxmlformats.org/officeDocument/2006/relationships/tags" Target="../tags/tag202.xml"/><Relationship Id="rId3" Type="http://schemas.openxmlformats.org/officeDocument/2006/relationships/image" Target="../media/image2.png"/><Relationship Id="rId2" Type="http://schemas.openxmlformats.org/officeDocument/2006/relationships/tags" Target="../tags/tag201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3.png"/><Relationship Id="rId5" Type="http://schemas.openxmlformats.org/officeDocument/2006/relationships/tags" Target="../tags/tag207.xml"/><Relationship Id="rId4" Type="http://schemas.openxmlformats.org/officeDocument/2006/relationships/image" Target="../media/image2.png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8" Type="http://schemas.openxmlformats.org/officeDocument/2006/relationships/tags" Target="../tags/tag226.xml"/><Relationship Id="rId17" Type="http://schemas.openxmlformats.org/officeDocument/2006/relationships/tags" Target="../tags/tag225.xml"/><Relationship Id="rId16" Type="http://schemas.openxmlformats.org/officeDocument/2006/relationships/tags" Target="../tags/tag224.xml"/><Relationship Id="rId15" Type="http://schemas.openxmlformats.org/officeDocument/2006/relationships/tags" Target="../tags/tag223.xml"/><Relationship Id="rId14" Type="http://schemas.openxmlformats.org/officeDocument/2006/relationships/tags" Target="../tags/tag222.xml"/><Relationship Id="rId13" Type="http://schemas.openxmlformats.org/officeDocument/2006/relationships/tags" Target="../tags/tag221.xml"/><Relationship Id="rId12" Type="http://schemas.openxmlformats.org/officeDocument/2006/relationships/tags" Target="../tags/tag220.xml"/><Relationship Id="rId11" Type="http://schemas.openxmlformats.org/officeDocument/2006/relationships/tags" Target="../tags/tag219.xml"/><Relationship Id="rId10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4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6096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4533900" y="19304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86300" y="19304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86300" y="24384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6096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4533900" y="41148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2" hasCustomPrompt="1"/>
            <p:custDataLst>
              <p:tags r:id="rId17"/>
            </p:custDataLst>
          </p:nvPr>
        </p:nvSpPr>
        <p:spPr>
          <a:xfrm>
            <a:off x="4686300" y="4114800"/>
            <a:ext cx="33147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4686300" y="4622800"/>
            <a:ext cx="33147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默认位置-并列-27_36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8" hasCustomPrompt="1"/>
            <p:custDataLst>
              <p:tags r:id="rId6"/>
            </p:custDataLst>
          </p:nvPr>
        </p:nvSpPr>
        <p:spPr>
          <a:xfrm>
            <a:off x="609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81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574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574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9" hasCustomPrompt="1"/>
            <p:custDataLst>
              <p:tags r:id="rId10"/>
            </p:custDataLst>
          </p:nvPr>
        </p:nvSpPr>
        <p:spPr>
          <a:xfrm>
            <a:off x="6324600" y="19812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6496050" y="21844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289800" y="19812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7289800" y="24384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1574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1" hasCustomPrompt="1"/>
            <p:custDataLst>
              <p:tags r:id="rId18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7" hasCustomPrompt="1"/>
            <p:custDataLst>
              <p:tags r:id="rId19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5" hasCustomPrompt="1"/>
            <p:custDataLst>
              <p:tags r:id="rId20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6" hasCustomPrompt="1"/>
            <p:custDataLst>
              <p:tags r:id="rId21"/>
            </p:custDataLst>
          </p:nvPr>
        </p:nvSpPr>
        <p:spPr>
          <a:xfrm>
            <a:off x="7289800" y="4572000"/>
            <a:ext cx="42926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4" hasCustomPrompt="1"/>
            <p:custDataLst>
              <p:tags r:id="rId6"/>
            </p:custDataLst>
          </p:nvPr>
        </p:nvSpPr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505200" y="3860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3505200" y="44196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400800" y="3860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400800" y="44196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9296400" y="3860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3" hasCustomPrompt="1"/>
            <p:custDataLst>
              <p:tags r:id="rId14"/>
            </p:custDataLst>
          </p:nvPr>
        </p:nvSpPr>
        <p:spPr>
          <a:xfrm>
            <a:off x="9296400" y="44196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默认位置-并列-31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4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7"/>
            </p:custDataLst>
          </p:nvPr>
        </p:nvSpPr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23876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23876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7" hasCustomPrompt="1"/>
            <p:custDataLst>
              <p:tags r:id="rId11"/>
            </p:custDataLst>
          </p:nvPr>
        </p:nvSpPr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8026400" y="17653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026400" y="22733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23876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23876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4" name="装饰  3"/>
          <p:cNvSpPr>
            <a:spLocks noGrp="1"/>
          </p:cNvSpPr>
          <p:nvPr>
            <p:ph type="body" idx="16400" hasCustomPrompt="1"/>
            <p:custDataLst>
              <p:tags r:id="rId18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5" name="图片占位符 24"/>
          <p:cNvSpPr>
            <a:spLocks noGrp="1"/>
          </p:cNvSpPr>
          <p:nvPr>
            <p:ph type="pic" idx="16401" hasCustomPrompt="1"/>
            <p:custDataLst>
              <p:tags r:id="rId19"/>
            </p:custDataLst>
          </p:nvPr>
        </p:nvSpPr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2" hasCustomPrompt="1"/>
            <p:custDataLst>
              <p:tags r:id="rId20"/>
            </p:custDataLst>
          </p:nvPr>
        </p:nvSpPr>
        <p:spPr>
          <a:xfrm>
            <a:off x="8026400" y="4279900"/>
            <a:ext cx="3251200" cy="406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3" hasCustomPrompt="1"/>
            <p:custDataLst>
              <p:tags r:id="rId21"/>
            </p:custDataLst>
          </p:nvPr>
        </p:nvSpPr>
        <p:spPr>
          <a:xfrm>
            <a:off x="8026400" y="47879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34290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34290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7338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62484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6" hasCustomPrompt="1"/>
            <p:custDataLst>
              <p:tags r:id="rId13"/>
            </p:custDataLst>
          </p:nvPr>
        </p:nvSpPr>
        <p:spPr>
          <a:xfrm>
            <a:off x="62484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5532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9067800" y="1524000"/>
            <a:ext cx="2514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7" hasCustomPrompt="1"/>
            <p:custDataLst>
              <p:tags r:id="rId16"/>
            </p:custDataLst>
          </p:nvPr>
        </p:nvSpPr>
        <p:spPr>
          <a:xfrm>
            <a:off x="9067800" y="2082800"/>
            <a:ext cx="2514600" cy="4165600"/>
          </a:xfrm>
          <a:custGeom>
            <a:avLst/>
            <a:gdLst>
              <a:gd name="connisteX0" fmla="*/ 0 w 2514600"/>
              <a:gd name="connsiteY0" fmla="*/ 203200 h 4165600"/>
              <a:gd name="connisteX1" fmla="*/ 203200 w 2514600"/>
              <a:gd name="connsiteY1" fmla="*/ 0 h 4165600"/>
              <a:gd name="connisteX2" fmla="*/ 2311400 w 2514600"/>
              <a:gd name="connsiteY2" fmla="*/ 0 h 4165600"/>
              <a:gd name="connisteX3" fmla="*/ 2514600 w 2514600"/>
              <a:gd name="connsiteY3" fmla="*/ 203200 h 4165600"/>
              <a:gd name="connisteX4" fmla="*/ 2514600 w 2514600"/>
              <a:gd name="connsiteY4" fmla="*/ 3962400 h 4165600"/>
              <a:gd name="connisteX5" fmla="*/ 2311400 w 2514600"/>
              <a:gd name="connsiteY5" fmla="*/ 4165600 h 4165600"/>
              <a:gd name="connisteX6" fmla="*/ 203200 w 2514600"/>
              <a:gd name="connsiteY6" fmla="*/ 4165600 h 4165600"/>
              <a:gd name="connisteX7" fmla="*/ 0 w 2514600"/>
              <a:gd name="connsiteY7" fmla="*/ 3962400 h 4165600"/>
              <a:gd name="connisteX8" fmla="*/ 0 w 2514600"/>
              <a:gd name="connsiteY8" fmla="*/ 203200 h 4165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14600" h="4165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3962400"/>
                </a:lnTo>
                <a:cubicBezTo>
                  <a:pt x="2514600" y="4074624"/>
                  <a:pt x="2423624" y="4165600"/>
                  <a:pt x="2311400" y="4165600"/>
                </a:cubicBezTo>
                <a:lnTo>
                  <a:pt x="203200" y="4165600"/>
                </a:lnTo>
                <a:cubicBezTo>
                  <a:pt x="90976" y="4165600"/>
                  <a:pt x="0" y="4074624"/>
                  <a:pt x="0" y="39624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372600" y="2336800"/>
            <a:ext cx="19050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叠-颜色错位-并列-32_34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6096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9144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图片占位符 13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11277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6" hasCustomPrompt="1"/>
            <p:custDataLst>
              <p:tags r:id="rId9"/>
            </p:custDataLst>
          </p:nvPr>
        </p:nvSpPr>
        <p:spPr>
          <a:xfrm>
            <a:off x="20828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7" hasCustomPrompt="1"/>
            <p:custDataLst>
              <p:tags r:id="rId10"/>
            </p:custDataLst>
          </p:nvPr>
        </p:nvSpPr>
        <p:spPr>
          <a:xfrm>
            <a:off x="20828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6248400" y="15240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装饰  7"/>
          <p:cNvSpPr>
            <a:spLocks noGrp="1"/>
          </p:cNvSpPr>
          <p:nvPr>
            <p:ph type="body" idx="16399" hasCustomPrompt="1"/>
            <p:custDataLst>
              <p:tags r:id="rId12"/>
            </p:custDataLst>
          </p:nvPr>
        </p:nvSpPr>
        <p:spPr>
          <a:xfrm>
            <a:off x="6553200" y="17653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图片占位符 18"/>
          <p:cNvSpPr>
            <a:spLocks noGrp="1"/>
          </p:cNvSpPr>
          <p:nvPr>
            <p:ph type="pic" idx="16397" hasCustomPrompt="1"/>
            <p:custDataLst>
              <p:tags r:id="rId13"/>
            </p:custDataLst>
          </p:nvPr>
        </p:nvSpPr>
        <p:spPr>
          <a:xfrm>
            <a:off x="6766560" y="19786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8" hasCustomPrompt="1"/>
            <p:custDataLst>
              <p:tags r:id="rId14"/>
            </p:custDataLst>
          </p:nvPr>
        </p:nvSpPr>
        <p:spPr>
          <a:xfrm>
            <a:off x="7721600" y="17653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89" hasCustomPrompt="1"/>
            <p:custDataLst>
              <p:tags r:id="rId15"/>
            </p:custDataLst>
          </p:nvPr>
        </p:nvSpPr>
        <p:spPr>
          <a:xfrm>
            <a:off x="7721600" y="22733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401" hasCustomPrompt="1"/>
            <p:custDataLst>
              <p:tags r:id="rId16"/>
            </p:custDataLst>
          </p:nvPr>
        </p:nvSpPr>
        <p:spPr>
          <a:xfrm>
            <a:off x="6096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9144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0" hasCustomPrompt="1"/>
            <p:custDataLst>
              <p:tags r:id="rId18"/>
            </p:custDataLst>
          </p:nvPr>
        </p:nvSpPr>
        <p:spPr>
          <a:xfrm>
            <a:off x="11277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0" hasCustomPrompt="1"/>
            <p:custDataLst>
              <p:tags r:id="rId19"/>
            </p:custDataLst>
          </p:nvPr>
        </p:nvSpPr>
        <p:spPr>
          <a:xfrm>
            <a:off x="20828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1" hasCustomPrompt="1"/>
            <p:custDataLst>
              <p:tags r:id="rId20"/>
            </p:custDataLst>
          </p:nvPr>
        </p:nvSpPr>
        <p:spPr>
          <a:xfrm>
            <a:off x="20828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6248400" y="4038600"/>
            <a:ext cx="5334000" cy="2209800"/>
          </a:xfrm>
          <a:custGeom>
            <a:avLst/>
            <a:gdLst>
              <a:gd name="connisteX0" fmla="*/ 0 w 5334000"/>
              <a:gd name="connsiteY0" fmla="*/ 203200 h 2209800"/>
              <a:gd name="connisteX1" fmla="*/ 203200 w 5334000"/>
              <a:gd name="connsiteY1" fmla="*/ 0 h 2209800"/>
              <a:gd name="connisteX2" fmla="*/ 5130800 w 5334000"/>
              <a:gd name="connsiteY2" fmla="*/ 0 h 2209800"/>
              <a:gd name="connisteX3" fmla="*/ 5334000 w 5334000"/>
              <a:gd name="connsiteY3" fmla="*/ 203200 h 2209800"/>
              <a:gd name="connisteX4" fmla="*/ 5334000 w 5334000"/>
              <a:gd name="connsiteY4" fmla="*/ 2006600 h 2209800"/>
              <a:gd name="connisteX5" fmla="*/ 5130800 w 5334000"/>
              <a:gd name="connsiteY5" fmla="*/ 2209800 h 2209800"/>
              <a:gd name="connisteX6" fmla="*/ 203200 w 5334000"/>
              <a:gd name="connsiteY6" fmla="*/ 2209800 h 2209800"/>
              <a:gd name="connisteX7" fmla="*/ 0 w 5334000"/>
              <a:gd name="connsiteY7" fmla="*/ 2006600 h 2209800"/>
              <a:gd name="connisteX8" fmla="*/ 0 w 53340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06600"/>
                </a:lnTo>
                <a:cubicBezTo>
                  <a:pt x="5334000" y="2118824"/>
                  <a:pt x="5243024" y="2209800"/>
                  <a:pt x="51308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16405" hasCustomPrompt="1"/>
            <p:custDataLst>
              <p:tags r:id="rId22"/>
            </p:custDataLst>
          </p:nvPr>
        </p:nvSpPr>
        <p:spPr>
          <a:xfrm>
            <a:off x="6553200" y="42799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图片占位符 28"/>
          <p:cNvSpPr>
            <a:spLocks noGrp="1"/>
          </p:cNvSpPr>
          <p:nvPr>
            <p:ph type="pic" idx="16403" hasCustomPrompt="1"/>
            <p:custDataLst>
              <p:tags r:id="rId23"/>
            </p:custDataLst>
          </p:nvPr>
        </p:nvSpPr>
        <p:spPr>
          <a:xfrm>
            <a:off x="6766560" y="44932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2" hasCustomPrompt="1"/>
            <p:custDataLst>
              <p:tags r:id="rId24"/>
            </p:custDataLst>
          </p:nvPr>
        </p:nvSpPr>
        <p:spPr>
          <a:xfrm>
            <a:off x="7721600" y="4279900"/>
            <a:ext cx="355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31" name="文本占位符 30"/>
          <p:cNvSpPr>
            <a:spLocks noGrp="1"/>
          </p:cNvSpPr>
          <p:nvPr>
            <p:ph type="body" idx="16393" hasCustomPrompt="1"/>
            <p:custDataLst>
              <p:tags r:id="rId25"/>
            </p:custDataLst>
          </p:nvPr>
        </p:nvSpPr>
        <p:spPr>
          <a:xfrm>
            <a:off x="7721600" y="4787900"/>
            <a:ext cx="3556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左-默认位置-并列-34_35_group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778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778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7493000" y="19304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493000" y="24384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1778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1778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7493000" y="4114800"/>
            <a:ext cx="4089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7493000" y="4622800"/>
            <a:ext cx="40894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2387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2946400"/>
            <a:ext cx="32512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4470400" y="2387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4470400" y="2946400"/>
            <a:ext cx="32512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331200" y="2387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331200" y="2946400"/>
            <a:ext cx="32512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 userDrawn="1">
            <p:custDataLst>
              <p:tags r:id="rId2"/>
            </p:custDataLst>
          </p:nvPr>
        </p:nvSpPr>
        <p:spPr>
          <a:xfrm>
            <a:off x="304800" y="2860491"/>
            <a:ext cx="3644631" cy="364463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800"/>
          </a:p>
        </p:txBody>
      </p:sp>
      <p:pic>
        <p:nvPicPr>
          <p:cNvPr id="6" name="图片 2" descr="图片包含 背景图案&#10;&#10;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44" r="35782" b="9223"/>
          <a:stretch>
            <a:fillRect/>
          </a:stretch>
        </p:blipFill>
        <p:spPr>
          <a:xfrm>
            <a:off x="1" y="428032"/>
            <a:ext cx="7730245" cy="6429968"/>
          </a:xfrm>
          <a:prstGeom prst="rect">
            <a:avLst/>
          </a:prstGeom>
        </p:spPr>
      </p:pic>
      <p:sp>
        <p:nvSpPr>
          <p:cNvPr id="11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9494520" y="609600"/>
            <a:ext cx="2437765" cy="1308735"/>
          </a:xfrm>
        </p:spPr>
        <p:txBody>
          <a:bodyPr vert="horz" wrap="square" anchor="b">
            <a:normAutofit/>
          </a:bodyPr>
          <a:lstStyle>
            <a:lvl1pPr algn="ctr">
              <a:defRPr kumimoji="0" lang="zh-CN" altLang="en-US" sz="6000" b="1" i="0" u="none" strike="noStrike" kern="1200" cap="none" spc="0" normalizeH="0" baseline="0" noProof="1">
                <a:solidFill>
                  <a:schemeClr val="accent1"/>
                </a:solidFill>
                <a:latin typeface="+mj-lt"/>
                <a:ea typeface="+mj-ea"/>
                <a:cs typeface="+mn-ea"/>
                <a:sym typeface="MiSans Light" panose="00000400000000000000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请在此输入您的副标题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椭圆 7"/>
          <p:cNvSpPr/>
          <p:nvPr userDrawn="1">
            <p:custDataLst>
              <p:tags r:id="rId2"/>
            </p:custDataLst>
          </p:nvPr>
        </p:nvSpPr>
        <p:spPr>
          <a:xfrm>
            <a:off x="304800" y="2269941"/>
            <a:ext cx="3644631" cy="364463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800"/>
          </a:p>
        </p:txBody>
      </p:sp>
      <p:pic>
        <p:nvPicPr>
          <p:cNvPr id="9" name="图片 6" descr="黑白色的花&#10;&#10;中度可信度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472" r="59570"/>
          <a:stretch>
            <a:fillRect/>
          </a:stretch>
        </p:blipFill>
        <p:spPr>
          <a:xfrm>
            <a:off x="304800" y="992505"/>
            <a:ext cx="5185410" cy="5865495"/>
          </a:xfrm>
          <a:prstGeom prst="rect">
            <a:avLst/>
          </a:prstGeom>
        </p:spPr>
      </p:pic>
      <p:pic>
        <p:nvPicPr>
          <p:cNvPr id="7" name="图片 4" descr="黑白色的花&#10;&#10;描述已自动生成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85"/>
          <a:stretch>
            <a:fillRect/>
          </a:stretch>
        </p:blipFill>
        <p:spPr>
          <a:xfrm>
            <a:off x="10125710" y="5100955"/>
            <a:ext cx="2066290" cy="1750060"/>
          </a:xfrm>
          <a:prstGeom prst="rect">
            <a:avLst/>
          </a:prstGeom>
        </p:spPr>
      </p:pic>
      <p:sp>
        <p:nvSpPr>
          <p:cNvPr id="6" name="日期"/>
          <p:cNvSpPr txBox="1"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078942" y="1651000"/>
            <a:ext cx="6097058" cy="4572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400" b="0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2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20XX YEAR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6385" hasCustomPrompt="1"/>
            <p:custDataLst>
              <p:tags r:id="rId8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sym typeface="+mn-ea"/>
              </a:rPr>
              <a:t>单击此处添加文档标题</a:t>
            </a:r>
            <a:endParaRPr dirty="0">
              <a:sym typeface="+mn-ea"/>
            </a:endParaRPr>
          </a:p>
        </p:txBody>
      </p:sp>
      <p:sp>
        <p:nvSpPr>
          <p:cNvPr id="11" name="署名占位符 10"/>
          <p:cNvSpPr>
            <a:spLocks noGrp="1"/>
          </p:cNvSpPr>
          <p:nvPr>
            <p:ph type="body" sz="quarter" idx="16387" hasCustomPrompt="1"/>
            <p:custDataLst>
              <p:tags r:id="rId9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 descr="黑白色的花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2" r="59570" b="24158"/>
          <a:stretch>
            <a:fillRect/>
          </a:stretch>
        </p:blipFill>
        <p:spPr>
          <a:xfrm>
            <a:off x="0" y="550455"/>
            <a:ext cx="4304036" cy="630754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78" h="9933">
                <a:moveTo>
                  <a:pt x="0" y="0"/>
                </a:moveTo>
                <a:lnTo>
                  <a:pt x="6778" y="0"/>
                </a:lnTo>
                <a:lnTo>
                  <a:pt x="6778" y="9933"/>
                </a:lnTo>
                <a:lnTo>
                  <a:pt x="0" y="9933"/>
                </a:lnTo>
                <a:lnTo>
                  <a:pt x="0" y="2798"/>
                </a:lnTo>
                <a:lnTo>
                  <a:pt x="0" y="279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8" name="图片 7" descr="黑白色的花&#10;&#10;描述已自动生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700" b="11421"/>
          <a:stretch>
            <a:fillRect/>
          </a:stretch>
        </p:blipFill>
        <p:spPr>
          <a:xfrm>
            <a:off x="5584190" y="1657350"/>
            <a:ext cx="6607810" cy="52006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406" h="8190">
                <a:moveTo>
                  <a:pt x="0" y="0"/>
                </a:moveTo>
                <a:lnTo>
                  <a:pt x="10406" y="0"/>
                </a:lnTo>
                <a:lnTo>
                  <a:pt x="10406" y="681"/>
                </a:lnTo>
                <a:lnTo>
                  <a:pt x="10406" y="8190"/>
                </a:lnTo>
                <a:lnTo>
                  <a:pt x="5302" y="8190"/>
                </a:lnTo>
                <a:lnTo>
                  <a:pt x="0" y="819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6" name="标题 2"/>
          <p:cNvSpPr>
            <a:spLocks noGrp="1"/>
          </p:cNvSpPr>
          <p:nvPr>
            <p:ph type="title" idx="16385" hasCustomPrompt="1"/>
            <p:custDataLst>
              <p:tags r:id="rId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7" name="文本占位符 3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wrap="none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椭圆 38"/>
          <p:cNvSpPr/>
          <p:nvPr userDrawn="1">
            <p:custDataLst>
              <p:tags r:id="rId2"/>
            </p:custDataLst>
          </p:nvPr>
        </p:nvSpPr>
        <p:spPr>
          <a:xfrm>
            <a:off x="304800" y="2269941"/>
            <a:ext cx="3644631" cy="3644631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800"/>
          </a:p>
        </p:txBody>
      </p:sp>
      <p:pic>
        <p:nvPicPr>
          <p:cNvPr id="7" name="图片 6" descr="黑白色的花&#10;&#10;中度可信度描述已自动生成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47" r="59570"/>
          <a:stretch>
            <a:fillRect/>
          </a:stretch>
        </p:blipFill>
        <p:spPr>
          <a:xfrm>
            <a:off x="304800" y="932180"/>
            <a:ext cx="5185410" cy="5925820"/>
          </a:xfrm>
          <a:prstGeom prst="rect">
            <a:avLst/>
          </a:prstGeom>
        </p:spPr>
      </p:pic>
      <p:pic>
        <p:nvPicPr>
          <p:cNvPr id="6" name="图片 4" descr="黑白色的花&#10;&#10;描述已自动生成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85"/>
          <a:stretch>
            <a:fillRect/>
          </a:stretch>
        </p:blipFill>
        <p:spPr>
          <a:xfrm>
            <a:off x="9002395" y="4147820"/>
            <a:ext cx="3189605" cy="2702560"/>
          </a:xfrm>
          <a:prstGeom prst="rect">
            <a:avLst/>
          </a:prstGeom>
        </p:spPr>
      </p:pic>
      <p:sp>
        <p:nvSpPr>
          <p:cNvPr id="11" name="Subtitle 10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6385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1" Type="http://schemas.openxmlformats.org/officeDocument/2006/relationships/theme" Target="../theme/theme2.xml"/><Relationship Id="rId30" Type="http://schemas.openxmlformats.org/officeDocument/2006/relationships/tags" Target="../tags/tag234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33.xml"/><Relationship Id="rId28" Type="http://schemas.openxmlformats.org/officeDocument/2006/relationships/tags" Target="../tags/tag232.xml"/><Relationship Id="rId27" Type="http://schemas.openxmlformats.org/officeDocument/2006/relationships/tags" Target="../tags/tag231.xml"/><Relationship Id="rId26" Type="http://schemas.openxmlformats.org/officeDocument/2006/relationships/tags" Target="../tags/tag230.xml"/><Relationship Id="rId25" Type="http://schemas.openxmlformats.org/officeDocument/2006/relationships/tags" Target="../tags/tag229.xml"/><Relationship Id="rId24" Type="http://schemas.openxmlformats.org/officeDocument/2006/relationships/tags" Target="../tags/tag228.xml"/><Relationship Id="rId23" Type="http://schemas.openxmlformats.org/officeDocument/2006/relationships/image" Target="../media/image4.png"/><Relationship Id="rId22" Type="http://schemas.openxmlformats.org/officeDocument/2006/relationships/tags" Target="../tags/tag227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白色的花&#10;&#10;描述已自动生成"/>
          <p:cNvPicPr>
            <a:picLocks noChangeAspect="1"/>
          </p:cNvPicPr>
          <p:nvPr userDrawn="1">
            <p:custDataLst>
              <p:tags r:id="rId22"/>
            </p:custDataLst>
          </p:nvPr>
        </p:nvPicPr>
        <p:blipFill rotWithShape="1">
          <a:blip r:embed="rId23" cstate="print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6" r="40930" b="40590"/>
          <a:stretch>
            <a:fillRect/>
          </a:stretch>
        </p:blipFill>
        <p:spPr>
          <a:xfrm>
            <a:off x="9932035" y="4827270"/>
            <a:ext cx="2259965" cy="2030730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7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685800"/>
            <a:endParaRPr lang="zh-CN" altLang="en-US" sz="1350"/>
          </a:p>
        </p:txBody>
      </p:sp>
    </p:spTree>
    <p:custDataLst>
      <p:tags r:id="rId3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accent1"/>
          </a:solidFill>
          <a:effectLst/>
          <a:uFill>
            <a:solidFill>
              <a:srgbClr val="67816F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8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" Type="http://schemas.openxmlformats.org/officeDocument/2006/relationships/tags" Target="../tags/tag235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47.xml"/><Relationship Id="rId8" Type="http://schemas.openxmlformats.org/officeDocument/2006/relationships/tags" Target="../tags/tag246.xml"/><Relationship Id="rId7" Type="http://schemas.openxmlformats.org/officeDocument/2006/relationships/tags" Target="../tags/tag245.xml"/><Relationship Id="rId6" Type="http://schemas.openxmlformats.org/officeDocument/2006/relationships/tags" Target="../tags/tag244.xml"/><Relationship Id="rId5" Type="http://schemas.openxmlformats.org/officeDocument/2006/relationships/tags" Target="../tags/tag243.xml"/><Relationship Id="rId4" Type="http://schemas.openxmlformats.org/officeDocument/2006/relationships/tags" Target="../tags/tag242.xml"/><Relationship Id="rId3" Type="http://schemas.openxmlformats.org/officeDocument/2006/relationships/tags" Target="../tags/tag241.xml"/><Relationship Id="rId2" Type="http://schemas.openxmlformats.org/officeDocument/2006/relationships/tags" Target="../tags/tag240.xml"/><Relationship Id="rId16" Type="http://schemas.openxmlformats.org/officeDocument/2006/relationships/slideLayout" Target="../slideLayouts/slideLayout19.xml"/><Relationship Id="rId15" Type="http://schemas.openxmlformats.org/officeDocument/2006/relationships/tags" Target="../tags/tag253.xml"/><Relationship Id="rId14" Type="http://schemas.openxmlformats.org/officeDocument/2006/relationships/tags" Target="../tags/tag252.xml"/><Relationship Id="rId13" Type="http://schemas.openxmlformats.org/officeDocument/2006/relationships/tags" Target="../tags/tag251.xml"/><Relationship Id="rId12" Type="http://schemas.openxmlformats.org/officeDocument/2006/relationships/tags" Target="../tags/tag250.xml"/><Relationship Id="rId11" Type="http://schemas.openxmlformats.org/officeDocument/2006/relationships/tags" Target="../tags/tag249.xml"/><Relationship Id="rId10" Type="http://schemas.openxmlformats.org/officeDocument/2006/relationships/tags" Target="../tags/tag248.xml"/><Relationship Id="rId1" Type="http://schemas.openxmlformats.org/officeDocument/2006/relationships/tags" Target="../tags/tag239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" Type="http://schemas.openxmlformats.org/officeDocument/2006/relationships/tags" Target="../tags/tag258.xml"/><Relationship Id="rId1" Type="http://schemas.openxmlformats.org/officeDocument/2006/relationships/tags" Target="../tags/tag25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71.xml"/><Relationship Id="rId8" Type="http://schemas.openxmlformats.org/officeDocument/2006/relationships/tags" Target="../tags/tag270.xml"/><Relationship Id="rId7" Type="http://schemas.openxmlformats.org/officeDocument/2006/relationships/image" Target="../media/image6.jpeg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image" Target="../media/image5.jpeg"/><Relationship Id="rId2" Type="http://schemas.openxmlformats.org/officeDocument/2006/relationships/tags" Target="../tags/tag266.xml"/><Relationship Id="rId19" Type="http://schemas.openxmlformats.org/officeDocument/2006/relationships/slideLayout" Target="../slideLayouts/slideLayout17.xml"/><Relationship Id="rId18" Type="http://schemas.openxmlformats.org/officeDocument/2006/relationships/tags" Target="../tags/tag278.xml"/><Relationship Id="rId17" Type="http://schemas.openxmlformats.org/officeDocument/2006/relationships/tags" Target="../tags/tag277.xml"/><Relationship Id="rId16" Type="http://schemas.openxmlformats.org/officeDocument/2006/relationships/tags" Target="../tags/tag276.xml"/><Relationship Id="rId15" Type="http://schemas.openxmlformats.org/officeDocument/2006/relationships/image" Target="../media/image8.jpeg"/><Relationship Id="rId14" Type="http://schemas.openxmlformats.org/officeDocument/2006/relationships/tags" Target="../tags/tag275.xml"/><Relationship Id="rId13" Type="http://schemas.openxmlformats.org/officeDocument/2006/relationships/tags" Target="../tags/tag274.xml"/><Relationship Id="rId12" Type="http://schemas.openxmlformats.org/officeDocument/2006/relationships/tags" Target="../tags/tag273.xml"/><Relationship Id="rId11" Type="http://schemas.openxmlformats.org/officeDocument/2006/relationships/image" Target="../media/image7.jpeg"/><Relationship Id="rId10" Type="http://schemas.openxmlformats.org/officeDocument/2006/relationships/tags" Target="../tags/tag272.xml"/><Relationship Id="rId1" Type="http://schemas.openxmlformats.org/officeDocument/2006/relationships/tags" Target="../tags/tag26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tags" Target="../tags/tag285.xml"/><Relationship Id="rId31" Type="http://schemas.openxmlformats.org/officeDocument/2006/relationships/slideLayout" Target="../slideLayouts/slideLayout16.xml"/><Relationship Id="rId30" Type="http://schemas.openxmlformats.org/officeDocument/2006/relationships/tags" Target="../tags/tag303.xml"/><Relationship Id="rId3" Type="http://schemas.openxmlformats.org/officeDocument/2006/relationships/tags" Target="../tags/tag284.xml"/><Relationship Id="rId29" Type="http://schemas.openxmlformats.org/officeDocument/2006/relationships/tags" Target="../tags/tag302.xml"/><Relationship Id="rId28" Type="http://schemas.openxmlformats.org/officeDocument/2006/relationships/tags" Target="../tags/tag301.xml"/><Relationship Id="rId27" Type="http://schemas.openxmlformats.org/officeDocument/2006/relationships/image" Target="../media/image16.svg"/><Relationship Id="rId26" Type="http://schemas.openxmlformats.org/officeDocument/2006/relationships/image" Target="../media/image15.png"/><Relationship Id="rId25" Type="http://schemas.openxmlformats.org/officeDocument/2006/relationships/tags" Target="../tags/tag300.xml"/><Relationship Id="rId24" Type="http://schemas.openxmlformats.org/officeDocument/2006/relationships/tags" Target="../tags/tag299.xml"/><Relationship Id="rId23" Type="http://schemas.openxmlformats.org/officeDocument/2006/relationships/tags" Target="../tags/tag298.xml"/><Relationship Id="rId22" Type="http://schemas.openxmlformats.org/officeDocument/2006/relationships/tags" Target="../tags/tag297.xml"/><Relationship Id="rId21" Type="http://schemas.openxmlformats.org/officeDocument/2006/relationships/tags" Target="../tags/tag296.xml"/><Relationship Id="rId20" Type="http://schemas.openxmlformats.org/officeDocument/2006/relationships/image" Target="../media/image14.svg"/><Relationship Id="rId2" Type="http://schemas.openxmlformats.org/officeDocument/2006/relationships/tags" Target="../tags/tag283.xml"/><Relationship Id="rId19" Type="http://schemas.openxmlformats.org/officeDocument/2006/relationships/image" Target="../media/image13.png"/><Relationship Id="rId18" Type="http://schemas.openxmlformats.org/officeDocument/2006/relationships/tags" Target="../tags/tag295.xml"/><Relationship Id="rId17" Type="http://schemas.openxmlformats.org/officeDocument/2006/relationships/tags" Target="../tags/tag294.xml"/><Relationship Id="rId16" Type="http://schemas.openxmlformats.org/officeDocument/2006/relationships/tags" Target="../tags/tag293.xml"/><Relationship Id="rId15" Type="http://schemas.openxmlformats.org/officeDocument/2006/relationships/tags" Target="../tags/tag292.xml"/><Relationship Id="rId14" Type="http://schemas.openxmlformats.org/officeDocument/2006/relationships/tags" Target="../tags/tag291.xml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tags" Target="../tags/tag2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12.xml"/><Relationship Id="rId8" Type="http://schemas.openxmlformats.org/officeDocument/2006/relationships/tags" Target="../tags/tag311.xml"/><Relationship Id="rId7" Type="http://schemas.openxmlformats.org/officeDocument/2006/relationships/tags" Target="../tags/tag310.xml"/><Relationship Id="rId6" Type="http://schemas.openxmlformats.org/officeDocument/2006/relationships/tags" Target="../tags/tag309.xml"/><Relationship Id="rId5" Type="http://schemas.openxmlformats.org/officeDocument/2006/relationships/tags" Target="../tags/tag308.xml"/><Relationship Id="rId4" Type="http://schemas.openxmlformats.org/officeDocument/2006/relationships/tags" Target="../tags/tag307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5" Type="http://schemas.openxmlformats.org/officeDocument/2006/relationships/slideLayout" Target="../slideLayouts/slideLayout15.xml"/><Relationship Id="rId14" Type="http://schemas.openxmlformats.org/officeDocument/2006/relationships/tags" Target="../tags/tag317.xml"/><Relationship Id="rId13" Type="http://schemas.openxmlformats.org/officeDocument/2006/relationships/tags" Target="../tags/tag316.xml"/><Relationship Id="rId12" Type="http://schemas.openxmlformats.org/officeDocument/2006/relationships/tags" Target="../tags/tag315.xml"/><Relationship Id="rId11" Type="http://schemas.openxmlformats.org/officeDocument/2006/relationships/tags" Target="../tags/tag314.xml"/><Relationship Id="rId10" Type="http://schemas.openxmlformats.org/officeDocument/2006/relationships/tags" Target="../tags/tag313.xml"/><Relationship Id="rId1" Type="http://schemas.openxmlformats.org/officeDocument/2006/relationships/tags" Target="../tags/tag30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320.xml"/><Relationship Id="rId2" Type="http://schemas.openxmlformats.org/officeDocument/2006/relationships/tags" Target="../tags/tag319.xml"/><Relationship Id="rId1" Type="http://schemas.openxmlformats.org/officeDocument/2006/relationships/tags" Target="../tags/tag3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jpeg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image" Target="../media/image17.jpeg"/><Relationship Id="rId3" Type="http://schemas.openxmlformats.org/officeDocument/2006/relationships/tags" Target="../tags/tag323.xml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openxmlformats.org/officeDocument/2006/relationships/tags" Target="../tags/tag322.xml"/><Relationship Id="rId19" Type="http://schemas.openxmlformats.org/officeDocument/2006/relationships/image" Target="../media/image20.jpeg"/><Relationship Id="rId18" Type="http://schemas.openxmlformats.org/officeDocument/2006/relationships/tags" Target="../tags/tag335.xml"/><Relationship Id="rId17" Type="http://schemas.openxmlformats.org/officeDocument/2006/relationships/tags" Target="../tags/tag334.xml"/><Relationship Id="rId16" Type="http://schemas.openxmlformats.org/officeDocument/2006/relationships/tags" Target="../tags/tag333.xml"/><Relationship Id="rId15" Type="http://schemas.openxmlformats.org/officeDocument/2006/relationships/tags" Target="../tags/tag332.xml"/><Relationship Id="rId14" Type="http://schemas.openxmlformats.org/officeDocument/2006/relationships/image" Target="../media/image19.jpeg"/><Relationship Id="rId13" Type="http://schemas.openxmlformats.org/officeDocument/2006/relationships/tags" Target="../tags/tag331.xml"/><Relationship Id="rId12" Type="http://schemas.openxmlformats.org/officeDocument/2006/relationships/tags" Target="../tags/tag330.xml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2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" Type="http://schemas.openxmlformats.org/officeDocument/2006/relationships/tags" Target="../tags/tag345.xml"/><Relationship Id="rId7" Type="http://schemas.openxmlformats.org/officeDocument/2006/relationships/tags" Target="../tags/tag344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3" Type="http://schemas.openxmlformats.org/officeDocument/2006/relationships/image" Target="../media/image21.jpeg"/><Relationship Id="rId2" Type="http://schemas.openxmlformats.org/officeDocument/2006/relationships/tags" Target="../tags/tag340.xml"/><Relationship Id="rId13" Type="http://schemas.openxmlformats.org/officeDocument/2006/relationships/slideLayout" Target="../slideLayouts/slideLayout13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tags" Target="../tags/tag339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9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" Type="http://schemas.openxmlformats.org/officeDocument/2006/relationships/tags" Target="../tags/tag354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370.xml"/><Relationship Id="rId17" Type="http://schemas.openxmlformats.org/officeDocument/2006/relationships/tags" Target="../tags/tag369.xml"/><Relationship Id="rId16" Type="http://schemas.openxmlformats.org/officeDocument/2006/relationships/tags" Target="../tags/tag368.xml"/><Relationship Id="rId15" Type="http://schemas.openxmlformats.org/officeDocument/2006/relationships/tags" Target="../tags/tag367.xml"/><Relationship Id="rId14" Type="http://schemas.openxmlformats.org/officeDocument/2006/relationships/tags" Target="../tags/tag366.xml"/><Relationship Id="rId13" Type="http://schemas.openxmlformats.org/officeDocument/2006/relationships/tags" Target="../tags/tag365.xml"/><Relationship Id="rId12" Type="http://schemas.openxmlformats.org/officeDocument/2006/relationships/tags" Target="../tags/tag364.xml"/><Relationship Id="rId11" Type="http://schemas.openxmlformats.org/officeDocument/2006/relationships/tags" Target="../tags/tag363.xml"/><Relationship Id="rId10" Type="http://schemas.openxmlformats.org/officeDocument/2006/relationships/tags" Target="../tags/tag362.xml"/><Relationship Id="rId1" Type="http://schemas.openxmlformats.org/officeDocument/2006/relationships/tags" Target="../tags/tag35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image" Target="../media/image22.jpeg"/><Relationship Id="rId2" Type="http://schemas.openxmlformats.org/officeDocument/2006/relationships/tags" Target="../tags/tag372.xml"/><Relationship Id="rId17" Type="http://schemas.openxmlformats.org/officeDocument/2006/relationships/slideLayout" Target="../slideLayouts/slideLayout11.xml"/><Relationship Id="rId16" Type="http://schemas.openxmlformats.org/officeDocument/2006/relationships/tags" Target="../tags/tag385.xml"/><Relationship Id="rId15" Type="http://schemas.openxmlformats.org/officeDocument/2006/relationships/tags" Target="../tags/tag384.xml"/><Relationship Id="rId14" Type="http://schemas.openxmlformats.org/officeDocument/2006/relationships/tags" Target="../tags/tag383.xml"/><Relationship Id="rId13" Type="http://schemas.openxmlformats.org/officeDocument/2006/relationships/tags" Target="../tags/tag382.xml"/><Relationship Id="rId12" Type="http://schemas.openxmlformats.org/officeDocument/2006/relationships/tags" Target="../tags/tag381.xml"/><Relationship Id="rId11" Type="http://schemas.openxmlformats.org/officeDocument/2006/relationships/tags" Target="../tags/tag380.xml"/><Relationship Id="rId10" Type="http://schemas.openxmlformats.org/officeDocument/2006/relationships/tags" Target="../tags/tag379.xml"/><Relationship Id="rId1" Type="http://schemas.openxmlformats.org/officeDocument/2006/relationships/tags" Target="../tags/tag37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0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" Type="http://schemas.openxmlformats.org/officeDocument/2006/relationships/tags" Target="../tags/tag3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2026/01/02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5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Office办公软件基础操作教程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黄紫芯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Office软件概述与版本认知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Office界面组成与文件管理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文本编辑与格式排版技巧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PPT演示文稿制作基础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Office软件概述与版本认知</a:t>
            </a:r>
            <a:endParaRPr lang="zh-CN" altLang="en-US"/>
          </a:p>
        </p:txBody>
      </p:sp>
      <p:sp>
        <p:nvSpPr>
          <p:cNvPr id="3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Office套件的概念与功能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Office套件的定义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Office套件是由多个办公应用程序组成的软件集合，旨在提供文档处理、数据管理、演示文稿制作等一站式办公解决方案，帮助用户高效完成各类办公任务。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主流Office版本特点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常见版本包括Microsoft Office（如Office 2021，功能全面，需一次性购买）和Office 365（现Microsoft 365，订阅制，支持云端协作和持续更新），不同版本可满足个人、企业等不同用户的需求。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核心应用程序功能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包含Word（文字处理，用于文档创作与排版）、Excel（电子表格，用于数据计算与分析）、PowerPoint（演示文稿，用于制作演示幻灯片）等，各应用程序间可无缝协同工作。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主流版本及特点介绍</a:t>
            </a:r>
            <a:endParaRPr lang="zh-CN" altLang="en-US"/>
          </a:p>
        </p:txBody>
      </p:sp>
      <p:pic>
        <p:nvPicPr>
          <p:cNvPr id="3" name="图片占位符 2" descr="30684af7-e78a-11f0-9113-b28296787557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09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Microsoft Office 2021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Microsoft Office 2021是一款一次性购买的桌面办公套件，包含Word、Excel、PowerPoint等经典应用，支持Windows 10/11及macOS系统，适合不需要云服务的用户，提供永久授权使用权限。</a:t>
            </a:r>
            <a:endParaRPr lang="zh-CN" altLang="en-US"/>
          </a:p>
        </p:txBody>
      </p:sp>
      <p:pic>
        <p:nvPicPr>
          <p:cNvPr id="6" name="图片占位符 5" descr="30684a70-e78a-11f0-9113-b28296787557"/>
          <p:cNvPicPr>
            <a:picLocks noChangeAspect="1"/>
          </p:cNvPicPr>
          <p:nvPr>
            <p:ph type="pic" idx="16395"/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324600" y="19304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 365（Microsoft 365）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Office 365现更名为Microsoft 365，是订阅制云服务，除包含传统Office应用外，还提供1TB OneDrive云存储、实时协作功能及持续更新服务，支持多设备登录，满足团队远程办公需求。</a:t>
            </a:r>
            <a:endParaRPr lang="zh-CN" altLang="en-US"/>
          </a:p>
        </p:txBody>
      </p:sp>
      <p:pic>
        <p:nvPicPr>
          <p:cNvPr id="9" name="图片占位符 8" descr="30684a03-e78a-11f0-9113-b28296787557"/>
          <p:cNvPicPr>
            <a:picLocks noChangeAspect="1"/>
          </p:cNvPicPr>
          <p:nvPr>
            <p:ph type="pic" idx="16396"/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609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WPS Office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WPS Office是金山办公开发的跨平台办公软件，兼容Microsoft Office格式，提供免费版与会员版，支持Windows、macOS、Linux及移动设备，特色功能包括PDF与Word格式互转、模板资源库等。</a:t>
            </a:r>
            <a:endParaRPr lang="zh-CN" altLang="en-US"/>
          </a:p>
        </p:txBody>
      </p:sp>
      <p:pic>
        <p:nvPicPr>
          <p:cNvPr id="12" name="图片占位符 11" descr="30684be1-e78a-11f0-9113-b28296787557"/>
          <p:cNvPicPr>
            <a:picLocks noChangeAspect="1"/>
          </p:cNvPicPr>
          <p:nvPr>
            <p:ph type="pic" idx="16397"/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6324600" y="4114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版本选择建议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7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1400"/>
              <a:t>个人用户若需长期稳定使用可选择Office 2021；企业或团队用户注重协作与云服务推荐Microsoft 365；追求免费、多平台兼容及本土化功能可优先考虑WPS Office。</a:t>
            </a:r>
            <a:endParaRPr lang="zh-CN" altLang="en-US" sz="1400"/>
          </a:p>
        </p:txBody>
      </p:sp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Office界面组成与文件管理</a:t>
            </a:r>
            <a:endParaRPr lang="zh-CN" altLang="en-US"/>
          </a:p>
        </p:txBody>
      </p:sp>
      <p:sp>
        <p:nvSpPr>
          <p:cNvPr id="3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窗口核心组件解析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6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3" name="图片占位符 22"/>
          <p:cNvPicPr/>
          <p:nvPr>
            <p:ph type="pic" idx="16394"/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7760" y="1978660"/>
            <a:ext cx="487680" cy="48768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标题栏功能详解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位于窗口顶部，显示软件名称与当前文件名，支持窗口最大化、最小化、关闭操作，通过右键菜单可快速访问文件信息与设置选项。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装饰  7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5" name="图片占位符 24"/>
          <p:cNvPicPr/>
          <p:nvPr>
            <p:ph type="pic" idx="16397"/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66560" y="1978660"/>
            <a:ext cx="487680" cy="487680"/>
          </a:xfrm>
          <a:prstGeom prst="rect">
            <a:avLst/>
          </a:prstGeom>
        </p:spPr>
      </p:pic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功能区选项卡布局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包含"开始""插入""设计"等核心选项卡，每个选项卡集成相关工具组，如"开始"选项卡涵盖幻灯片编辑、字体格式、段落对齐等常用功能。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2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4" name="图片占位符 23"/>
          <p:cNvPicPr/>
          <p:nvPr>
            <p:ph type="pic" idx="16400"/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27760" y="4493260"/>
            <a:ext cx="487680" cy="487680"/>
          </a:xfrm>
          <a:prstGeom prst="rect">
            <a:avLst/>
          </a:prstGeom>
        </p:spPr>
      </p:pic>
      <p:sp>
        <p:nvSpPr>
          <p:cNvPr id="16" name="文本占位符 15"/>
          <p:cNvSpPr>
            <a:spLocks noGrp="1"/>
          </p:cNvSpPr>
          <p:nvPr>
            <p:ph type="body" idx="16390"/>
            <p:custDataLst>
              <p:tags r:id="rId2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快速访问工具栏定制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/>
            <p:custDataLst>
              <p:tags r:id="rId2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位于标题栏左侧，可自定义添加常用命令（如保存、撤销、新建），支持通过"自定义快速访问工具栏"按钮调整显示位置与内容。</a:t>
            </a:r>
            <a:endParaRPr lang="zh-CN" altLang="en-US"/>
          </a:p>
        </p:txBody>
      </p:sp>
      <p:sp>
        <p:nvSpPr>
          <p:cNvPr id="18" name="装饰  6"/>
          <p:cNvSpPr>
            <a:spLocks noGrp="1"/>
          </p:cNvSpPr>
          <p:nvPr>
            <p:ph type="body" idx="16404"/>
            <p:custDataLst>
              <p:tags r:id="rId2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装饰  7"/>
          <p:cNvSpPr>
            <a:spLocks noGrp="1"/>
          </p:cNvSpPr>
          <p:nvPr>
            <p:ph type="body" idx="16405"/>
            <p:custDataLst>
              <p:tags r:id="rId2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26" name="图片占位符 25"/>
          <p:cNvPicPr/>
          <p:nvPr>
            <p:ph type="pic" idx="16403"/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66560" y="4493260"/>
            <a:ext cx="487680" cy="487680"/>
          </a:xfrm>
          <a:prstGeom prst="rect">
            <a:avLst/>
          </a:prstGeom>
        </p:spPr>
      </p:pic>
      <p:sp>
        <p:nvSpPr>
          <p:cNvPr id="21" name="文本占位符 20"/>
          <p:cNvSpPr>
            <a:spLocks noGrp="1"/>
          </p:cNvSpPr>
          <p:nvPr>
            <p:ph type="body" idx="16392"/>
            <p:custDataLst>
              <p:tags r:id="rId2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状态栏信息显示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/>
            <p:custDataLst>
              <p:tags r:id="rId2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位于窗口底部，实时显示当前幻灯片页码、字数统计、视图模式切换按钮（普通视图、幻灯片浏览、阅读视图）及缩放控制滑块。</a:t>
            </a:r>
            <a:endParaRPr lang="zh-CN" altLang="en-US"/>
          </a:p>
        </p:txBody>
      </p:sp>
    </p:spTree>
    <p:custDataLst>
      <p:tags r:id="rId3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文档创建保存与自动备份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新建文档的基础操作</a:t>
            </a:r>
            <a:endParaRPr lang="zh-CN" altLang="en-US" sz="1400"/>
          </a:p>
        </p:txBody>
      </p:sp>
      <p:sp>
        <p:nvSpPr>
          <p:cNvPr id="4" name="装饰  2"/>
          <p:cNvSpPr>
            <a:spLocks noGrp="1"/>
          </p:cNvSpPr>
          <p:nvPr>
            <p:ph type="body" idx="16394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打开Office应用程序后，可通过“文件”菜单选择“新建”，根据需求挑选空白文档或模板创建。以PPT为例，可选择“空白演示文稿”快速开始，或从模板库中选取主题模板提升效率。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文档保存的规范流程</a:t>
            </a:r>
            <a:endParaRPr lang="zh-CN" altLang="en-US" sz="1400"/>
          </a:p>
        </p:txBody>
      </p:sp>
      <p:sp>
        <p:nvSpPr>
          <p:cNvPr id="7" name="装饰  5"/>
          <p:cNvSpPr>
            <a:spLocks noGrp="1"/>
          </p:cNvSpPr>
          <p:nvPr>
            <p:ph type="body" idx="16395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编辑完成后，点击“文件”菜单中的“另存为”，指定保存位置并输入文件名，选择对应格式如.docx（Word）、.xlsx（Excel）、.pptx（PPT）。建议定期手动保存，避免意外关闭导致内容丢失。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自动保存功能的启用与设置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6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在“文件”→“选项”→“保存”中，勾选“自动保存此电脑上的文件”，可设置保存时间间隔（默认10分钟）。启用后，软件将自动备份文档，降低因断电、崩溃等意外造成的数据损失风险。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版本历史与备份恢复方法</a:t>
            </a:r>
            <a:endParaRPr lang="zh-CN" altLang="en-US" sz="1400"/>
          </a:p>
        </p:txBody>
      </p:sp>
      <p:sp>
        <p:nvSpPr>
          <p:cNvPr id="13" name="装饰  1"/>
          <p:cNvSpPr>
            <a:spLocks noGrp="1"/>
          </p:cNvSpPr>
          <p:nvPr>
            <p:ph type="body" idx="16397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通过“文件”→“信息”→“版本历史记录”，可查看文档的修改历史版本，选择需要恢复的时间点进行还原。对于重要文档，建议同时开启云同步（如OneDrive）或定期手动备份到外部存储设备。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文本编辑与格式排版技巧</a:t>
            </a:r>
            <a:endParaRPr lang="zh-CN" altLang="en-US"/>
          </a:p>
        </p:txBody>
      </p:sp>
      <p:sp>
        <p:nvSpPr>
          <p:cNvPr id="3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文字输入与格式调整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30994203-e78a-11f0-a097-06bba2aaca52"/>
          <p:cNvPicPr>
            <a:picLocks noChangeAspect="1"/>
          </p:cNvPicPr>
          <p:nvPr>
            <p:ph type="pic" idx="16395"/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9144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文字输入基础操作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点击幻灯片文本框即可直接输入文字内容，支持键盘常规输入。利用自动纠正功能可快速修正拼写错误，常见快捷键如Ctrl+C（复制）、Ctrl+V（粘贴）、Ctrl+Z（撤销）能提升输入效率。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309943b5-e78a-11f0-a097-06bba2aaca52"/>
          <p:cNvPicPr>
            <a:picLocks noChangeAspect="1"/>
          </p:cNvPicPr>
          <p:nvPr>
            <p:ph type="pic" idx="16397"/>
            <p:custDataLst>
              <p:tags r:id="rId8"/>
            </p:custDataLst>
          </p:nvPr>
        </p:nvPicPr>
        <p:blipFill>
          <a:blip r:embed="rId9"/>
          <a:srcRect/>
          <a:stretch>
            <a:fillRect/>
          </a:stretch>
        </p:blipFill>
        <p:spPr>
          <a:xfrm>
            <a:off x="6553200" y="20193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字体格式设置技巧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通过“开始”选项卡可调整字体、字号、颜色及粗细等。建议标题使用32-44pt粗体，正文不小于18pt，选择易读性强的无衬线字体如Arial或微软雅黑，确保不同设备显示一致性。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8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30994109-e78a-11f0-a097-06bba2aaca52"/>
          <p:cNvPicPr>
            <a:picLocks noChangeAspect="1"/>
          </p:cNvPicPr>
          <p:nvPr>
            <p:ph type="pic" idx="16399"/>
            <p:custDataLst>
              <p:tags r:id="rId13"/>
            </p:custDataLst>
          </p:nvPr>
        </p:nvPicPr>
        <p:blipFill>
          <a:blip r:embed="rId14"/>
          <a:srcRect/>
          <a:stretch>
            <a:fillRect/>
          </a:stretch>
        </p:blipFill>
        <p:spPr>
          <a:xfrm>
            <a:off x="9144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段落格式优化方法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设置段落缩进、行距和对齐方式可增强可读性。推荐段落行距设为1.2-1.5倍，使用项目符号（如•、-）分点陈述，通过“段落”组中的对齐按钮（左对齐、居中对齐等）调整文本布局。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0"/>
            <p:custDataLst>
              <p:tags r:id="rId1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6" name="图片占位符 15" descr="30994176-e78a-11f0-a097-06bba2aaca52"/>
          <p:cNvPicPr>
            <a:picLocks noChangeAspect="1"/>
          </p:cNvPicPr>
          <p:nvPr>
            <p:ph type="pic" idx="16401"/>
            <p:custDataLst>
              <p:tags r:id="rId18"/>
            </p:custDataLst>
          </p:nvPr>
        </p:nvPicPr>
        <p:blipFill>
          <a:blip r:embed="rId19"/>
          <a:srcRect/>
          <a:stretch>
            <a:fillRect/>
          </a:stretch>
        </p:blipFill>
        <p:spPr>
          <a:xfrm>
            <a:off x="6553200" y="4533900"/>
            <a:ext cx="1219200" cy="1219200"/>
          </a:xfrm>
          <a:custGeom>
            <a:avLst/>
            <a:gdLst>
              <a:gd name="connisteX0" fmla="*/ 0 w 1219200"/>
              <a:gd name="connsiteY0" fmla="*/ 609600 h 1219200"/>
              <a:gd name="connisteX1" fmla="*/ 609600 w 1219200"/>
              <a:gd name="connsiteY1" fmla="*/ 0 h 1219200"/>
              <a:gd name="connisteX2" fmla="*/ 609600 w 1219200"/>
              <a:gd name="connsiteY2" fmla="*/ 0 h 1219200"/>
              <a:gd name="connisteX3" fmla="*/ 1219200 w 1219200"/>
              <a:gd name="connsiteY3" fmla="*/ 609600 h 1219200"/>
              <a:gd name="connisteX4" fmla="*/ 1219200 w 1219200"/>
              <a:gd name="connsiteY4" fmla="*/ 609600 h 1219200"/>
              <a:gd name="connisteX5" fmla="*/ 609600 w 1219200"/>
              <a:gd name="connsiteY5" fmla="*/ 1219200 h 1219200"/>
              <a:gd name="connisteX6" fmla="*/ 609600 w 1219200"/>
              <a:gd name="connsiteY6" fmla="*/ 1219200 h 1219200"/>
              <a:gd name="connisteX7" fmla="*/ 0 w 1219200"/>
              <a:gd name="connsiteY7" fmla="*/ 609600 h 1219200"/>
              <a:gd name="connisteX8" fmla="*/ 0 w 1219200"/>
              <a:gd name="connsiteY8" fmla="*/ 6096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609600"/>
                </a:moveTo>
                <a:cubicBezTo>
                  <a:pt x="0" y="272927"/>
                  <a:pt x="272927" y="0"/>
                  <a:pt x="609600" y="0"/>
                </a:cubicBezTo>
                <a:lnTo>
                  <a:pt x="609600" y="0"/>
                </a:lnTo>
                <a:cubicBezTo>
                  <a:pt x="946273" y="0"/>
                  <a:pt x="1219200" y="272927"/>
                  <a:pt x="1219200" y="609600"/>
                </a:cubicBezTo>
                <a:lnTo>
                  <a:pt x="1219200" y="609600"/>
                </a:lnTo>
                <a:cubicBezTo>
                  <a:pt x="1219200" y="946273"/>
                  <a:pt x="946273" y="1219200"/>
                  <a:pt x="609600" y="1219200"/>
                </a:cubicBezTo>
                <a:lnTo>
                  <a:pt x="609600" y="1219200"/>
                </a:lnTo>
                <a:cubicBezTo>
                  <a:pt x="272927" y="1219200"/>
                  <a:pt x="0" y="946273"/>
                  <a:pt x="0" y="609600"/>
                </a:cubicBezTo>
                <a:lnTo>
                  <a:pt x="0" y="609600"/>
                </a:lnTo>
                <a:close/>
              </a:path>
            </a:pathLst>
          </a:custGeom>
        </p:spPr>
      </p:pic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文本框的灵活运用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>
            <a:normAutofit fontScale="90000" lnSpcReduction="20000"/>
          </a:bodyPr>
          <a:p>
            <a:r>
              <a:rPr lang="zh-CN" altLang="en-US"/>
              <a:t>通过“插入”→“文本框”可自由添加文本区域，拖动边框调整大小和位置。按住Shift键拖动可保持文本框比例，右键选择“置于顶层/底层”可调整文本框与其他元素的叠放顺序。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段落布局与样式设置</a:t>
            </a:r>
            <a:endParaRPr lang="zh-CN" altLang="en-US"/>
          </a:p>
        </p:txBody>
      </p:sp>
      <p:pic>
        <p:nvPicPr>
          <p:cNvPr id="3" name="内容占位符 2" descr="304b1b69-e78a-11f0-a097-06bba2aaca52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t="7482" b="7482"/>
          <a:stretch>
            <a:fillRect/>
          </a:stretch>
        </p:blipFill>
        <p:spPr>
          <a:xfrm>
            <a:off x="609600" y="1524000"/>
            <a:ext cx="10972800" cy="1879600"/>
          </a:xfrm>
          <a:custGeom>
            <a:avLst/>
            <a:gdLst>
              <a:gd name="connisteX0" fmla="*/ 0 w 10972800"/>
              <a:gd name="connsiteY0" fmla="*/ 203200 h 1879600"/>
              <a:gd name="connisteX1" fmla="*/ 203200 w 10972800"/>
              <a:gd name="connsiteY1" fmla="*/ 0 h 1879600"/>
              <a:gd name="connisteX2" fmla="*/ 10769600 w 10972800"/>
              <a:gd name="connsiteY2" fmla="*/ 0 h 1879600"/>
              <a:gd name="connisteX3" fmla="*/ 10972800 w 10972800"/>
              <a:gd name="connsiteY3" fmla="*/ 203200 h 1879600"/>
              <a:gd name="connisteX4" fmla="*/ 10972800 w 10972800"/>
              <a:gd name="connsiteY4" fmla="*/ 1676400 h 1879600"/>
              <a:gd name="connisteX5" fmla="*/ 10769600 w 10972800"/>
              <a:gd name="connsiteY5" fmla="*/ 1879600 h 1879600"/>
              <a:gd name="connisteX6" fmla="*/ 203200 w 10972800"/>
              <a:gd name="connsiteY6" fmla="*/ 1879600 h 1879600"/>
              <a:gd name="connisteX7" fmla="*/ 0 w 10972800"/>
              <a:gd name="connsiteY7" fmla="*/ 1676400 h 1879600"/>
              <a:gd name="connisteX8" fmla="*/ 0 w 10972800"/>
              <a:gd name="connsiteY8" fmla="*/ 203200 h 1879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18796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676400"/>
                </a:lnTo>
                <a:cubicBezTo>
                  <a:pt x="10972800" y="1788624"/>
                  <a:pt x="10881824" y="1879600"/>
                  <a:pt x="10769600" y="1879600"/>
                </a:cubicBezTo>
                <a:lnTo>
                  <a:pt x="203200" y="1879600"/>
                </a:lnTo>
                <a:cubicBezTo>
                  <a:pt x="90976" y="1879600"/>
                  <a:pt x="0" y="1788624"/>
                  <a:pt x="0" y="16764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段落缩进与间距调整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通过"开始"选项卡中的"段落"组，可设置首行缩进、悬挂缩进等缩进方式，以及段前、段后间距和行距，使文本层次分明。建议正文行距设置为1.5倍，提升可读性。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 sz="1900"/>
              <a:t>段落对齐方式选择</a:t>
            </a:r>
            <a:endParaRPr lang="zh-CN" altLang="en-US" sz="1900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提供左对齐、居中对齐、右对齐和两端对齐四种常用对齐方式。标题通常采用居中对齐，正文推荐使用两端对齐，确保页面整洁有序。</a:t>
            </a:r>
            <a:endParaRPr lang="zh-CN" altLang="en-US" sz="1400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项目符号与编号应用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 sz="1400"/>
              <a:t>使用项目符号（如圆点、方块）突出并列内容，使用编号（如数字、字母）表示步骤或顺序关系。通过"段落"组中的对应按钮可快速添加或自定义样式。</a:t>
            </a:r>
            <a:endParaRPr lang="zh-CN" altLang="en-US" sz="14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10"/>
            </p:custDataLst>
          </p:nvPr>
        </p:nvSpPr>
        <p:spPr/>
        <p:txBody>
          <a:bodyPr>
            <a:normAutofit fontScale="80000"/>
          </a:bodyPr>
          <a:p>
            <a:r>
              <a:rPr lang="zh-CN" altLang="en-US"/>
              <a:t>段落分栏与换行控制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3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利用"页面布局"选项卡的"分栏"功能将段落分为多栏显示，适合排版多内容文本。通过"断字"设置可控制单词拆分，避免段落右侧出现不规则空白。</a:t>
            </a:r>
            <a:endParaRPr lang="zh-CN" altLang="en-US" sz="1400"/>
          </a:p>
        </p:txBody>
      </p:sp>
    </p:spTree>
    <p:custDataLst>
      <p:tags r:id="rId1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2"/>
          <p:cNvSpPr>
            <a:spLocks noGrp="1"/>
          </p:cNvSpPr>
          <p:nvPr>
            <p:ph type="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PPT演示文稿制作基础</a:t>
            </a:r>
            <a:endParaRPr lang="zh-CN" altLang="en-US"/>
          </a:p>
        </p:txBody>
      </p:sp>
      <p:sp>
        <p:nvSpPr>
          <p:cNvPr id="3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幻灯片创建编辑与版式调整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新建幻灯片的方法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在左侧缩略图窗格中右键单击任意幻灯片，选择"新建幻灯片"插入默认版式页面；或通过顶部"开始"选项卡的"新建幻灯片"按钮快速添加，支持连续创建多张幻灯片。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幻灯片版式的选择与修改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点击"开始"选项卡中的"版式"命令，从内置布局（如标题幻灯片、两栏内容、仅标题等）中选择合适样式；已创建的幻灯片可随时重新应用其他版式，原有内容将自动适配新布局占位符。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幻灯片的基本编辑操作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选中幻灯片缩略图后按Delete键可删除当前页面；通过拖拽缩略图可调整幻灯片顺序；右键菜单中的"复制幻灯片"功能可快速创建内容相同的页面，便于批量编辑修改。</a:t>
            </a:r>
            <a:endParaRPr lang="zh-CN" altLang="en-US"/>
          </a:p>
        </p:txBody>
      </p:sp>
      <p:sp>
        <p:nvSpPr>
          <p:cNvPr id="15" name="装饰  3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空白版式的应用技巧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右键幻灯片空白处选择"幻灯片版式"，在右侧面板中勾选"空白"可清除默认占位符，为自由设计预留空间；空白版式适合创建个性化页面，需手动插入文本框、图片等元素进行布局。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主题动画与放映模式控制</a:t>
            </a:r>
            <a:endParaRPr lang="zh-CN" altLang="en-US"/>
          </a:p>
        </p:txBody>
      </p:sp>
      <p:pic>
        <p:nvPicPr>
          <p:cNvPr id="3" name="内容占位符 2" descr="3001270a-e78a-11f0-9113-b28296787557"/>
          <p:cNvPicPr>
            <a:picLocks noChangeAspect="1"/>
          </p:cNvPicPr>
          <p:nvPr>
            <p:ph idx="16394"/>
            <p:custDataLst>
              <p:tags r:id="rId2"/>
            </p:custDataLst>
          </p:nvPr>
        </p:nvPicPr>
        <p:blipFill>
          <a:blip r:embed="rId3"/>
          <a:srcRect l="679" r="679"/>
          <a:stretch>
            <a:fillRect/>
          </a:stretch>
        </p:blipFill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幻灯片切换动画设置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在"切换"选项卡中选择淡入、推进等切换方式，点击"应用到全部"可统一所有幻灯片效果，通过"效果选项"调整动画速度与声音。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对象动画添加方法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选中需动画的元素，进入"动画"选项卡选择进入、强调或退出效果，支持设置触发条件（如单击时）和动画顺序，避免过度使用导致视觉混乱。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放映类型选择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通过"幻灯片放映"-"设置幻灯片放映"选择模式：演讲者放映（全控制）、观众自行浏览（窗口模式）、展台浏览（自动循环，按Esc终止）。</a:t>
            </a:r>
            <a:endParaRPr lang="zh-CN" altLang="en-US"/>
          </a:p>
        </p:txBody>
      </p:sp>
      <p:sp>
        <p:nvSpPr>
          <p:cNvPr id="13" name="装饰  1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放映快捷操作技巧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5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按F5从头放映，Shift+F5从当前页开始；按数字+Enter跳转至指定幻灯片；按B显示黑屏，按W显示白屏，按Esc退出放映。</a:t>
            </a:r>
            <a:endParaRPr lang="zh-CN" altLang="en-US"/>
          </a:p>
        </p:txBody>
      </p:sp>
    </p:spTree>
    <p:custDataLst>
      <p:tags r:id="rId1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0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fce6af3bb7c5d237aeb7057e9fab1341116f7d"/>
  <p:tag name="KSO_WM_NEWLAYOUT_GROUP_ID" val="layout_6"/>
  <p:tag name="KSO_WM_NEWLAYOUT_ID" val="slide_82e1f1fbf520933b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808e0d3b590982cf9d5cd9de12a4a7cb636b85c"/>
  <p:tag name="KSO_WM_NEWLAYOUT_GROUP_ID" val="layout_27"/>
  <p:tag name="KSO_WM_NEWLAYOUT_ID" val="slide_32796d7565842e22"/>
</p:tagLst>
</file>

<file path=ppt/tags/tag2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3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cdbcda72e3526b82259e171154cd0ac28fc8f2"/>
  <p:tag name="KSO_WM_NEWLAYOUT_GROUP_ID" val="layout_10013"/>
  <p:tag name="KSO_WM_NEWLAYOUT_ID" val="slide_ee1db31ff1c30694"/>
</p:tagLst>
</file>

<file path=ppt/tags/tag4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88ec1bf4f5a29491b07968e969e39598f8182c"/>
  <p:tag name="KSO_WM_NEWLAYOUT_GROUP_ID" val="layout_31"/>
  <p:tag name="KSO_WM_NEWLAYOUT_ID" val="slide_5de812628256de36"/>
</p:tagLst>
</file>

<file path=ppt/tags/tag5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7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680b098b9760591c1b38d8baa254a4a1498cf6"/>
  <p:tag name="KSO_WM_NEWLAYOUT_GROUP_ID" val="layout_10003"/>
  <p:tag name="KSO_WM_NEWLAYOUT_ID" val="slide_4e5d78b2efef294f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9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c07597d211c223c706fe138351d08d795b78eb3"/>
  <p:tag name="KSO_WM_NEWLAYOUT_GROUP_ID" val="layout_32"/>
  <p:tag name="KSO_WM_NEWLAYOUT_ID" val="slide_f95b87826d1fb558"/>
</p:tagLst>
</file>

<file path=ppt/tags/tag9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9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9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9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02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03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07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08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1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cfe490e80c036088f41e63731c1d142900fa08"/>
  <p:tag name="KSO_WM_NEWLAYOUT_GROUP_ID" val="layout_34"/>
  <p:tag name="KSO_WM_NEWLAYOUT_ID" val="slide_4ae229a2f1c7f65e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fbef518fa30bed450ecd836222f098f9a04c48"/>
  <p:tag name="KSO_WM_NEWLAYOUT_GROUP_ID" val="layout_10007"/>
  <p:tag name="KSO_WM_NEWLAYOUT_ID" val="slide_f07fe535f31bdb7f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f7ed4dd45b454c6d6d60555731764c3ac24e80b"/>
  <p:tag name="KSO_WM_NEWLAYOUT_GROUP_ID" val="layout_1-5"/>
  <p:tag name="KSO_WM_NEWLAYOUT_ID" val="slide_61223ae7a7f7aefc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4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UNIT_TEXT_LAYER_COUNT" val="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158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59.xml><?xml version="1.0" encoding="utf-8"?>
<p:tagLst xmlns:p="http://schemas.openxmlformats.org/presentationml/2006/main">
  <p:tag name="LayoutZOrder" val="2"/>
  <p:tag name="KSO_WM_UNIT_TYPE" val="i"/>
  <p:tag name="KSO_WM_UNIT_ID" val="_2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60.xml><?xml version="1.0" encoding="utf-8"?>
<p:tagLst xmlns:p="http://schemas.openxmlformats.org/presentationml/2006/main">
  <p:tag name="LayoutZOrder" val="3"/>
  <p:tag name="KSO_WM_UNIT_ID" val="_2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USER_THEME" val="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USER_THEME" val="1"/>
  <p:tag name="KSO_WM_UNIT_ISNUMDGMTITLE" val="0"/>
  <p:tag name="KSO_WM_UNIT_NOCLEAR" val="0"/>
</p:tagLst>
</file>

<file path=ppt/tags/tag165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66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6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6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70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71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72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73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74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7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7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7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78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7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2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8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6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8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8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193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</p:tagLst>
</file>

<file path=ppt/tags/tag194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</p:tagLst>
</file>

<file path=ppt/tags/tag195.xml><?xml version="1.0" encoding="utf-8"?>
<p:tagLst xmlns:p="http://schemas.openxmlformats.org/presentationml/2006/main">
  <p:tag name="LayoutZOrder" val="2"/>
  <p:tag name="KSO_WM_UNIT_TYPE" val="i"/>
  <p:tag name="KSO_WM_UNIT_ID" val="_9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6.xml><?xml version="1.0" encoding="utf-8"?>
<p:tagLst xmlns:p="http://schemas.openxmlformats.org/presentationml/2006/main">
  <p:tag name="LayoutZOrder" val="4"/>
  <p:tag name="KSO_WM_UNIT_TYPE" val="i"/>
  <p:tag name="KSO_WM_UNIT_ID" val="_9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7.xml><?xml version="1.0" encoding="utf-8"?>
<p:tagLst xmlns:p="http://schemas.openxmlformats.org/presentationml/2006/main">
  <p:tag name="LayoutZOrder" val="3"/>
  <p:tag name="KSO_WM_UNIT_TYPE" val="i"/>
  <p:tag name="KSO_WM_UNIT_ID" val="_9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198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PRESET_TEXT_INDEX" val="-1"/>
  <p:tag name="KSO_WM_UNIT_PRESET_TEXT_LEN" val="0"/>
</p:tagLst>
</file>

<file path=ppt/tags/tag199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02fd167776debb16e70e62a6f754d95f59340a4"/>
  <p:tag name="KSO_WM_NEWLAYOUT_ID" val="741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PRESET_TEXT_INDEX" val="-1"/>
  <p:tag name="KSO_WM_UNIT_PRESET_TEXT_LEN" val="0"/>
</p:tagLst>
</file>

<file path=ppt/tags/tag20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TEXT_LAYER_COUNT" val="1"/>
  <p:tag name="KSO_WM_UNIT_PRESET_TEXT_INDEX" val="-1"/>
  <p:tag name="KSO_WM_UNIT_PRESET_TEXT_LEN" val="0"/>
</p:tagLst>
</file>

<file path=ppt/tags/tag201.xml><?xml version="1.0" encoding="utf-8"?>
<p:tagLst xmlns:p="http://schemas.openxmlformats.org/presentationml/2006/main">
  <p:tag name="LayoutZOrder" val="4"/>
  <p:tag name="KSO_WM_UNIT_TYPE" val="i"/>
  <p:tag name="KSO_WM_UNIT_ID" val="_10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0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7f01773fb71ded56442d18cf4b5b17f88698ced"/>
  <p:tag name="KSO_WM_NEWLAYOUT_ID" val="7423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20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UNIT_PRESET_TEXT_INDEX" val="-1"/>
  <p:tag name="KSO_WM_UNIT_PRESET_TEXT_LEN" val="0"/>
</p:tagLst>
</file>

<file path=ppt/tags/tag205.xml><?xml version="1.0" encoding="utf-8"?>
<p:tagLst xmlns:p="http://schemas.openxmlformats.org/presentationml/2006/main">
  <p:tag name="LayoutZOrder" val="2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06.xml><?xml version="1.0" encoding="utf-8"?>
<p:tagLst xmlns:p="http://schemas.openxmlformats.org/presentationml/2006/main">
  <p:tag name="LayoutZOrder" val="4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07.xml><?xml version="1.0" encoding="utf-8"?>
<p:tagLst xmlns:p="http://schemas.openxmlformats.org/presentationml/2006/main">
  <p:tag name="LayoutZOrder" val="3"/>
  <p:tag name="KSO_WM_UNIT_TYPE" val="i"/>
  <p:tag name="KSO_WM_UNIT_ID" val="_11*i*0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NDEX" val="0"/>
</p:tagLst>
</file>

<file path=ppt/tags/tag20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209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05a55206031ff7ba854632884c0016691d3e9bc"/>
  <p:tag name="KSO_WM_NEWLAYOUT_ID" val="743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PRESET_TEXT_INDEX" val="-1"/>
  <p:tag name="KSO_WM_UNIT_PRESET_TEXT_LEN" val="0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40b54af28aa059f6ca121b271efb9713ec4d2ba"/>
  <p:tag name="KSO_WM_NEWLAYOUT_ID" val="1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1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1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27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28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29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</p:tagLst>
</file>

<file path=ppt/tags/tag231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1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SUBTYPE" val="a"/>
  <p:tag name="KSO_WM_UNIT_TEXT_LAYER_COUNT" val="1"/>
  <p:tag name="KSO_WM_UNIT_PRESET_TEXT_INDEX" val="-1"/>
  <p:tag name="KSO_WM_UNIT_PRESET_TEXT_LEN" val="0"/>
  <p:tag name="KSO_WM_TEMPLATE_CATEGORY" val="custom"/>
  <p:tag name="KSO_WM_TEMPLATE_INDEX" val="40480754"/>
</p:tagLst>
</file>

<file path=ppt/tags/tag232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SCONTENTSTITLE" val="0"/>
  <p:tag name="KSO_WM_UNIT_PRESET_TEXT_INDEX" val="-1"/>
  <p:tag name="KSO_WM_UNIT_PRESET_TEXT_LEN" val="0"/>
  <p:tag name="KSO_WM_TEMPLATE_CATEGORY" val="custom"/>
  <p:tag name="KSO_WM_TEMPLATE_INDEX" val="40480754"/>
</p:tagLst>
</file>

<file path=ppt/tags/tag233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80754"/>
  <p:tag name="KSO_WM_TEMPLATE_CATEGORY" val="custom"/>
  <p:tag name="KSO_WM_TEMPLATE_MASTER_TYPE" val="0"/>
  <p:tag name="KSO_WM_TEMPLATE_COLOR_TYPE" val="0"/>
  <p:tag name="KSO_WM_TAG_VERSION" val="3.0"/>
</p:tagLst>
</file>

<file path=ppt/tags/tag234.xml><?xml version="1.0" encoding="utf-8"?>
<p:tagLst xmlns:p="http://schemas.openxmlformats.org/presentationml/2006/main">
  <p:tag name="KSO_WM_AITEMPLATE_STYLE_ID" val="69796641347"/>
</p:tagLst>
</file>

<file path=ppt/tags/tag235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TEXT_LAYER_COUNT" val="1"/>
  <p:tag name="KSO_WM_UNIT_PRESET_TEXT_INDEX" val="-1"/>
  <p:tag name="KSO_WM_UNIT_PRESET_TEXT_LEN" val="0"/>
</p:tagLst>
</file>

<file path=ppt/tags/tag236.xml><?xml version="1.0" encoding="utf-8"?>
<p:tagLst xmlns:p="http://schemas.openxmlformats.org/presentationml/2006/main">
  <p:tag name="KSO_WM_UNIT_ISCONTENTSTITLE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002fd167776debb16e70e62a6f754d95f59340a4"/>
  <p:tag name="KSO_WM_NEWLAYOUT_ID" val="741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PRESET_TEXT_INDEX" val="-1"/>
  <p:tag name="KSO_WM_UNIT_PRESET_TEXT_LEN" val="0"/>
</p:tagLst>
</file>

<file path=ppt/tags/tag23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TEXT_LAYER_COUNT" val="1"/>
  <p:tag name="KSO_WM_UNIT_PRESET_TEXT_INDEX" val="-1"/>
  <p:tag name="KSO_WM_UNIT_PRESET_TEXT_LEN" val="0"/>
</p:tagLst>
</file>

<file path=ppt/tags/tag23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80754"/>
  <p:tag name="KSO_WM_TEMPLATE_CATEGORY" val="custom"/>
  <p:tag name="KSO_WM_SLIDE_INDEX" val="1"/>
  <p:tag name="KSO_WM_SLIDE_ID" val="custom40480754_1"/>
  <p:tag name="KSO_WM_TEMPLATE_MASTER_TYPE" val="0"/>
  <p:tag name="KSO_WM_SLIDE_LAYOUT" val="a_f"/>
  <p:tag name="KSO_WM_SLIDE_LAYOUT_CNT" val="1_2"/>
  <p:tag name="KSO_WM_TEMPLATE_COLOR_TYPE" val="0"/>
  <p:tag name="KSO_WM_TAG_VERSION" val="3.0"/>
</p:tagLst>
</file>

<file path=ppt/tags/tag2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f7ed4dd45b454c6d6d60555731764c3ac24e80b"/>
  <p:tag name="KSO_WM_NEWLAYOUT_GROUP_ID" val="layout_1-5"/>
  <p:tag name="KSO_WM_NEWLAYOUT_ID" val="slide_61223ae7a7f7aefc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5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41347"/>
  <p:tag name="KSO_WM_TEMPLATE_SLIDE_ID" val="slide_61223ae7a7f7aefc"/>
</p:tagLst>
</file>

<file path=ppt/tags/tag254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7f01773fb71ded56442d18cf4b5b17f88698ced"/>
  <p:tag name="KSO_WM_NEWLAYOUT_ID" val="74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25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PRESET_TEXT_INDEX" val="-1"/>
  <p:tag name="KSO_WM_UNIT_PRESET_TEXT_LEN" val="0"/>
</p:tagLst>
</file>

<file path=ppt/tags/tag25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54"/>
  <p:tag name="KSO_WM_TEMPLATE_CATEGORY" val="custom"/>
  <p:tag name="KSO_WM_SLIDE_INDEX" val="3"/>
  <p:tag name="KSO_WM_SLIDE_ID" val="custom40480754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2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efbef518fa30bed450ecd836222f098f9a04c48"/>
  <p:tag name="KSO_WM_NEWLAYOUT_GROUP_ID" val="layout_10007"/>
  <p:tag name="KSO_WM_NEWLAYOUT_ID" val="slide_f07fe535f31bdb7f"/>
  <p:tag name="KSO_WM_UNIT_PRESET_TEXT" val="单击此处添加标题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6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1347"/>
  <p:tag name="KSO_WM_TEMPLATE_SLIDE_ID" val="slide_f07fe535f31bdb7f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4cfe490e80c036088f41e63731c1d142900fa08"/>
  <p:tag name="KSO_WM_NEWLAYOUT_GROUP_ID" val="layout_34"/>
  <p:tag name="KSO_WM_NEWLAYOUT_ID" val="slide_4ae229a2f1c7f65e"/>
  <p:tag name="KSO_WM_UNIT_PRESET_TEXT" val="单击此处添加标题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601/fcc310db-cd9b-4073-adac-11de1c1cccdf.jpg?Expires=1798860114\u0026AWSAccessKeyId=AKLT9NSy7kh8TIS1UzNqLRY2\u0026Signature=f3GYE9Hpb4yGQ9HvtK4JNNBC4lc%3D&quot;,&quot;product_name&quot;:&quot;wps-wpp-pc&quot;,&quot;intention_code&quot;:&quot;wps_wpp_generate_theme_pay&quot;}*auto_qingqiu_3.0.4_prod*1767324107807_4e5890_03f63fa0dea1-slide-4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f05c4bff07a34738c8e63a6cac2dd34e_0.png?Expires=1767410510\u0026AWSAccessKeyId=AKLTHzmNYxS86KQFnb2pvxtA\u0026Signature=KSiB%2FJb8MkwWmvpYSyIrT4PHM7o%3D&quot;,&quot;product_name&quot;:&quot;wps-wpp-pc&quot;,&quot;intention_code&quot;:&quot;wps_wpp_generate_theme_pay&quot;}*auto_cache_hit_3.0.4_prod*1767324107807_4e5890_03f63fa0dea1-slide-4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s://sjzg-images.ks3-cn-beijing-internal.ksyun.com/tim_gen_images/doubao_gen/fb6b03ae95ced06e71cc2ef6fa3df1b9_0.png?Expires=1767410510\u0026AWSAccessKeyId=AKLTHzmNYxS86KQFnb2pvxtA\u0026Signature=BN4KvOCgUIMyKZFqHY372KWOr%2Fo%3D&quot;,&quot;product_name&quot;:&quot;wps-wpp-pc&quot;,&quot;intention_code&quot;:&quot;wps_wpp_generate_theme_pay&quot;}*auto_cache_hit_3.0.4_prod*1767324107807_4e5890_03f63fa0dea1-slide-4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s://sjzg-images.ks3-cn-beijing-internal.ksyun.com/tim_gen_images/doubao_gen/decdb27316d3cad07ac917ecc47d66b7_0.png?Expires=1767410510\u0026AWSAccessKeyId=AKLTHzmNYxS86KQFnb2pvxtA\u0026Signature=fuz9Dd%2Blzm1v4tx9DAQHFqSycn8%3D&quot;,&quot;product_name&quot;:&quot;wps-wpp-pc&quot;,&quot;intention_code&quot;:&quot;wps_wpp_generate_theme_pay&quot;}*auto_cache_hit_3.0.4_prod*1767324107807_4e5890_03f63fa0dea1-slide-4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2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7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4ae229a2f1c7f65e"/>
</p:tagLst>
</file>

<file path=ppt/tags/tag27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7f01773fb71ded56442d18cf4b5b17f88698ced"/>
  <p:tag name="KSO_WM_NEWLAYOUT_ID" val="74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28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PRESET_TEXT_INDEX" val="-1"/>
  <p:tag name="KSO_WM_UNIT_PRESET_TEXT_LEN" val="0"/>
</p:tagLst>
</file>

<file path=ppt/tags/tag281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54"/>
  <p:tag name="KSO_WM_TEMPLATE_CATEGORY" val="custom"/>
  <p:tag name="KSO_WM_SLIDE_INDEX" val="3"/>
  <p:tag name="KSO_WM_SLIDE_ID" val="custom40480754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2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c07597d211c223c706fe138351d08d795b78eb3"/>
  <p:tag name="KSO_WM_NEWLAYOUT_GROUP_ID" val="layout_32"/>
  <p:tag name="KSO_WM_NEWLAYOUT_ID" val="slide_f95b87826d1fb558"/>
  <p:tag name="KSO_WM_UNIT_PRESET_TEXT" val="单击此处添加标题"/>
</p:tagLst>
</file>

<file path=ppt/tags/tag2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84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</p:tagLst>
</file>

<file path=ppt/tags/tag285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89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</p:tagLst>
</file>

<file path=ppt/tags/tag290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94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</p:tagLst>
</file>

<file path=ppt/tags/tag295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29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</p:tagLst>
</file>

<file path=ppt/tags/tag300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f95b87826d1fb558"/>
</p:tagLst>
</file>

<file path=ppt/tags/tag30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0680b098b9760591c1b38d8baa254a4a1498cf6"/>
  <p:tag name="KSO_WM_NEWLAYOUT_GROUP_ID" val="layout_10003"/>
  <p:tag name="KSO_WM_NEWLAYOUT_ID" val="slide_4e5d78b2efef294f"/>
  <p:tag name="KSO_WM_UNIT_PRESET_TEXT" val="单击此处添加标题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0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1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17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4e5d78b2efef294f"/>
</p:tagLst>
</file>

<file path=ppt/tags/tag31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7f01773fb71ded56442d18cf4b5b17f88698ced"/>
  <p:tag name="KSO_WM_NEWLAYOUT_ID" val="74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319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PRESET_TEXT_INDEX" val="-1"/>
  <p:tag name="KSO_WM_UNIT_PRESET_TEXT_LEN" val="0"/>
</p:tagLst>
</file>

<file path=ppt/tags/tag32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54"/>
  <p:tag name="KSO_WM_TEMPLATE_CATEGORY" val="custom"/>
  <p:tag name="KSO_WM_SLIDE_INDEX" val="3"/>
  <p:tag name="KSO_WM_SLIDE_ID" val="custom40480754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288ec1bf4f5a29491b07968e969e39598f8182c"/>
  <p:tag name="KSO_WM_NEWLAYOUT_GROUP_ID" val="layout_31"/>
  <p:tag name="KSO_WM_NEWLAYOUT_ID" val="slide_5de812628256de36"/>
  <p:tag name="KSO_WM_UNIT_PRESET_TEXT" val="单击此处添加标题"/>
</p:tagLst>
</file>

<file path=ppt/tags/tag32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2ebf3df446186a605fe1907b8455999f_0.png?Expires=1767410510\u0026AWSAccessKeyId=AKLTHzmNYxS86KQFnb2pvxtA\u0026Signature=75Iowrjo6i1y2SreVijr71c89XE%3D&quot;,&quot;product_name&quot;:&quot;wps-wpp-pc&quot;,&quot;intention_code&quot;:&quot;wps_wpp_generate_theme_pay&quot;}*auto_cache_hit_3.0.4_prod*1767324107807_4e5890_03f63fa0dea1-slide-9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601/1dcfeb26-5f0d-4c66-8032-a398f2ee8a44.jpg?Expires=1798860114\u0026AWSAccessKeyId=AKLT9NSy7kh8TIS1UzNqLRY2\u0026Signature=EyRWSVF71aeI162S98HP0Zsqv8o%3D&quot;,&quot;product_name&quot;:&quot;wps-wpp-pc&quot;,&quot;intention_code&quot;:&quot;wps_wpp_generate_theme_pay&quot;}*auto_qingqiu_3.0.4_prod*1767324107807_4e5890_03f63fa0dea1-slide-9"/>
</p:tagLst>
</file>

<file path=ppt/tags/tag3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http://zh-ai-group.ks3-cn-beijing-internal.ksyun.com/image_generate/image_process/production/202601/6359c728-aae1-4369-8bad-46cae3955778.jpg?Expires=1798860114\u0026AWSAccessKeyId=AKLT9NSy7kh8TIS1UzNqLRY2\u0026Signature=biiyCJKia3QqQSAnlVaAHREU3lk%3D&quot;,&quot;product_name&quot;:&quot;wps-wpp-pc&quot;,&quot;intention_code&quot;:&quot;wps_wpp_generate_theme_pay&quot;}*auto_qingqiu_3.0.4_prod*1767324107807_4e5890_03f63fa0dea1-slide-9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3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  <p:tag name="MH_PIC_SOURCE_TYPE" val="generate_slide_ai*{&quot;id&quot;:&quot;https://sjzg-images.ks3-cn-beijing-internal.ksyun.com/tim_gen_images/doubao_gen/f5a4b6ccd79b1d6846149d3b48b1616d_0.png?Expires=1767410510\u0026AWSAccessKeyId=AKLTHzmNYxS86KQFnb2pvxtA\u0026Signature=ton%2Bkl1AsIucMYW3KtlACSKycLM%3D&quot;,&quot;product_name&quot;:&quot;wps-wpp-pc&quot;,&quot;intention_code&quot;:&quot;wps_wpp_generate_theme_pay&quot;}*auto_cache_hit_3.0.4_prod*1767324107807_4e5890_03f63fa0dea1-slide-9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38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5de812628256de36"/>
</p:tagLst>
</file>

<file path=ppt/tags/tag3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8cdbcda72e3526b82259e171154cd0ac28fc8f2"/>
  <p:tag name="KSO_WM_NEWLAYOUT_GROUP_ID" val="layout_10013"/>
  <p:tag name="KSO_WM_NEWLAYOUT_ID" val="slide_ee1db31ff1c30694"/>
  <p:tag name="KSO_WM_UNIT_PRESET_TEXT" val="单击此处添加标题"/>
</p:tagLst>
</file>

<file path=ppt/tags/tag3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1/f63ab450-6fb6-4e4a-a4d7-1ea1eb1c1519.jpg?Expires=1798860114\u0026AWSAccessKeyId=AKLT9NSy7kh8TIS1UzNqLRY2\u0026Signature=LWNElsczAPe%2Bp2m3WmgSu5RCmFA%3D&quot;,&quot;product_name&quot;:&quot;wps-wpp-pc&quot;,&quot;intention_code&quot;:&quot;wps_wpp_generate_theme_pay&quot;}*auto_qingqiu_3.0.4_prod*1767324107807_4e5890_03f63fa0dea1-slide-10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ee1db31ff1c30694"/>
</p:tagLst>
</file>

<file path=ppt/tags/tag35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c7f01773fb71ded56442d18cf4b5b17f88698ced"/>
  <p:tag name="KSO_WM_NEWLAYOUT_ID" val="742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35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PRESET_TEXT_INDEX" val="-1"/>
  <p:tag name="KSO_WM_UNIT_PRESET_TEXT_LEN" val="0"/>
</p:tagLst>
</file>

<file path=ppt/tags/tag35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0754"/>
  <p:tag name="KSO_WM_TEMPLATE_CATEGORY" val="custom"/>
  <p:tag name="KSO_WM_SLIDE_INDEX" val="3"/>
  <p:tag name="KSO_WM_SLIDE_ID" val="custom40480754_7"/>
  <p:tag name="KSO_WM_TEMPLATE_MASTER_TYPE" val="0"/>
  <p:tag name="KSO_WM_SLIDE_LAYOUT" val="a_e"/>
  <p:tag name="KSO_WM_SLIDE_LAYOUT_CNT" val="1_1"/>
  <p:tag name="KSO_WM_TEMPLATE_COLOR_TYPE" val="0"/>
  <p:tag name="KSO_WM_TAG_VERSION" val="3.0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808e0d3b590982cf9d5cd9de12a4a7cb636b85c"/>
  <p:tag name="KSO_WM_NEWLAYOUT_GROUP_ID" val="layout_27"/>
  <p:tag name="KSO_WM_NEWLAYOUT_ID" val="slide_32796d7565842e22"/>
  <p:tag name="KSO_WM_UNIT_PRESET_TEXT" val="单击此处添加标题"/>
</p:tagLst>
</file>

<file path=ppt/tags/tag35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2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6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3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70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32796d7565842e22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cfce6af3bb7c5d237aeb7057e9fab1341116f7d"/>
  <p:tag name="KSO_WM_NEWLAYOUT_GROUP_ID" val="layout_6"/>
  <p:tag name="KSO_WM_NEWLAYOUT_ID" val="slide_82e1f1fbf520933b"/>
  <p:tag name="KSO_WM_UNIT_PRESET_TEXT" val="单击此处添加标题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601/f249d1b9-9e75-4e5d-9d05-18a5f4398410.jpg?Expires=1798860114\u0026AWSAccessKeyId=AKLT9NSy7kh8TIS1UzNqLRY2\u0026Signature=TUmC8MVvRTtp2Pqh4nFCPoBY1wc%3D&quot;,&quot;product_name&quot;:&quot;wps-wpp-pc&quot;,&quot;intention_code&quot;:&quot;wps_wpp_generate_theme_pay&quot;}*auto_qingqiu_3.0.4_prod*1767324107807_4e5890_03f63fa0dea1-slide-13"/>
</p:tagLst>
</file>

<file path=ppt/tags/tag3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1347"/>
  <p:tag name="KSO_WM_TEMPLATE_SLIDE_ID" val="slide_82e1f1fbf520933b"/>
</p:tagLst>
</file>

<file path=ppt/tags/tag38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38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05a55206031ff7ba854632884c0016691d3e9bc"/>
  <p:tag name="KSO_WM_NEWLAYOUT_ID" val="743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0754"/>
  <p:tag name="KSO_WM_TEMPLATE_CATEGORY" val="custom"/>
  <p:tag name="KSO_WM_UNIT_ISCONTENTSTITLE" val="0"/>
  <p:tag name="KSO_WM_UNIT_PRESET_TEXT_INDEX" val="-1"/>
  <p:tag name="KSO_WM_UNIT_PRESET_TEXT_LEN" val="0"/>
</p:tagLst>
</file>

<file path=ppt/tags/tag38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80754"/>
  <p:tag name="KSO_WM_TEMPLATE_CATEGORY" val="custom"/>
  <p:tag name="KSO_WM_SLIDE_INDEX" val="5"/>
  <p:tag name="KSO_WM_SLIDE_ID" val="custom40480754_9"/>
  <p:tag name="KSO_WM_TEMPLATE_MASTER_TYPE" val="0"/>
  <p:tag name="KSO_WM_SLIDE_LAYOUT" val="a_b"/>
  <p:tag name="KSO_WM_SLIDE_LAYOUT_CNT" val="1_1"/>
  <p:tag name="KSO_WM_TEMPLATE_COLOR_TYPE" val="0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347">
      <a:dk1>
        <a:srgbClr val="000000"/>
      </a:dk1>
      <a:lt1>
        <a:srgbClr val="FFFFFF"/>
      </a:lt1>
      <a:dk2>
        <a:srgbClr val="37443B"/>
      </a:dk2>
      <a:lt2>
        <a:srgbClr val="FBF4E9"/>
      </a:lt2>
      <a:accent1>
        <a:srgbClr val="6E8876"/>
      </a:accent1>
      <a:accent2>
        <a:srgbClr val="F2A020"/>
      </a:accent2>
      <a:accent3>
        <a:srgbClr val="B7994A"/>
      </a:accent3>
      <a:accent4>
        <a:srgbClr val="869894"/>
      </a:accent4>
      <a:accent5>
        <a:srgbClr val="5C86CC"/>
      </a:accent5>
      <a:accent6>
        <a:srgbClr val="70AD47"/>
      </a:accent6>
      <a:hlink>
        <a:srgbClr val="000000"/>
      </a:hlink>
      <a:folHlink>
        <a:srgbClr val="954F72"/>
      </a:folHlink>
    </a:clrScheme>
    <a:fontScheme name="简约/商务风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3075</Words>
  <Application>WPS Office WWO_wpscloud_20251224173010-b51a25e58c</Application>
  <PresentationFormat>宽屏</PresentationFormat>
  <Paragraphs>250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MiSans Light</vt:lpstr>
      <vt:lpstr>MiSans</vt:lpstr>
      <vt:lpstr>Office 主题</vt:lpstr>
      <vt:lpstr>1_Office 主题</vt:lpstr>
      <vt:lpstr>Office办公软件基础操作教程</vt:lpstr>
      <vt:lpstr>目录</vt:lpstr>
      <vt:lpstr>Office软件概述与版本认知</vt:lpstr>
      <vt:lpstr>Office套件的概念与功能</vt:lpstr>
      <vt:lpstr>主流版本及特点介绍</vt:lpstr>
      <vt:lpstr>Office界面组成与文件管理</vt:lpstr>
      <vt:lpstr>窗口核心组件解析</vt:lpstr>
      <vt:lpstr>文档创建保存与自动备份</vt:lpstr>
      <vt:lpstr>文本编辑与格式排版技巧</vt:lpstr>
      <vt:lpstr>文字输入与格式调整</vt:lpstr>
      <vt:lpstr>段落布局与样式设置</vt:lpstr>
      <vt:lpstr>PPT演示文稿制作基础</vt:lpstr>
      <vt:lpstr>幻灯片创建编辑与版式调整</vt:lpstr>
      <vt:lpstr>主题动画与放映模式控制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Office办公软件基础操作教程</dc:title>
  <dc:creator/>
  <cp:lastModifiedBy/>
  <dcterms:created xsi:type="dcterms:W3CDTF">2026-01-02T03:23:56Z</dcterms:created>
  <dcterms:modified xsi:type="dcterms:W3CDTF">2026-01-02T03:23:56Z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2052-12.9.0.24678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v1.0_ai_69796641347</vt:lpwstr>
  </property>
</Properties>
</file>